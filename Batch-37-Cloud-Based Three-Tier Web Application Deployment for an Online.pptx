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6" r:id="rId1"/>
  </p:sldMasterIdLst>
  <p:sldIdLst>
    <p:sldId id="256" r:id="rId2"/>
    <p:sldId id="259" r:id="rId3"/>
    <p:sldId id="271" r:id="rId4"/>
    <p:sldId id="262" r:id="rId5"/>
    <p:sldId id="263" r:id="rId6"/>
    <p:sldId id="264" r:id="rId7"/>
    <p:sldId id="265" r:id="rId8"/>
    <p:sldId id="266" r:id="rId9"/>
    <p:sldId id="270" r:id="rId10"/>
    <p:sldId id="268" r:id="rId11"/>
    <p:sldId id="269" r:id="rId12"/>
    <p:sldId id="272"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D5ECE20-D89F-4647-A424-42389F2A085D}" v="232" dt="2026-07-13T07:09:32.135"/>
  </p1510:revLst>
</p1510:revInfo>
</file>

<file path=ppt/tableStyles.xml><?xml version="1.0" encoding="utf-8"?>
<a:tblStyleLst xmlns:a="http://schemas.openxmlformats.org/drawingml/2006/main" def="{5C22544A-7EE6-4342-B048-85BDC9FD1C3A}">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p:scale>
          <a:sx n="100" d="100"/>
          <a:sy n="100" d="100"/>
        </p:scale>
        <p:origin x="-29" y="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uvaraazz Pujari" userId="70d1007fcc508aea" providerId="LiveId" clId="{4D23C559-1701-41D8-8F05-45B83514D612}"/>
    <pc:docChg chg="undo custSel addSld delSld modSld modMainMaster">
      <pc:chgData name="Yuvaraazz Pujari" userId="70d1007fcc508aea" providerId="LiveId" clId="{4D23C559-1701-41D8-8F05-45B83514D612}" dt="2026-07-13T10:26:58.493" v="1327" actId="20577"/>
      <pc:docMkLst>
        <pc:docMk/>
      </pc:docMkLst>
      <pc:sldChg chg="modSp mod modTransition">
        <pc:chgData name="Yuvaraazz Pujari" userId="70d1007fcc508aea" providerId="LiveId" clId="{4D23C559-1701-41D8-8F05-45B83514D612}" dt="2026-07-13T10:26:58.493" v="1327" actId="20577"/>
        <pc:sldMkLst>
          <pc:docMk/>
          <pc:sldMk cId="2101698756" sldId="256"/>
        </pc:sldMkLst>
        <pc:spChg chg="mod">
          <ac:chgData name="Yuvaraazz Pujari" userId="70d1007fcc508aea" providerId="LiveId" clId="{4D23C559-1701-41D8-8F05-45B83514D612}" dt="2026-07-13T10:25:07.563" v="1232" actId="1076"/>
          <ac:spMkLst>
            <pc:docMk/>
            <pc:sldMk cId="2101698756" sldId="256"/>
            <ac:spMk id="2" creationId="{FBDD3EAD-1F5E-AD9C-B3B6-85B9053318E2}"/>
          </ac:spMkLst>
        </pc:spChg>
        <pc:spChg chg="mod">
          <ac:chgData name="Yuvaraazz Pujari" userId="70d1007fcc508aea" providerId="LiveId" clId="{4D23C559-1701-41D8-8F05-45B83514D612}" dt="2026-07-13T10:26:58.493" v="1327" actId="20577"/>
          <ac:spMkLst>
            <pc:docMk/>
            <pc:sldMk cId="2101698756" sldId="256"/>
            <ac:spMk id="3" creationId="{150FEBFD-5B55-E362-792C-3DE912F98AE4}"/>
          </ac:spMkLst>
        </pc:spChg>
      </pc:sldChg>
      <pc:sldChg chg="modSp mod modTransition">
        <pc:chgData name="Yuvaraazz Pujari" userId="70d1007fcc508aea" providerId="LiveId" clId="{4D23C559-1701-41D8-8F05-45B83514D612}" dt="2026-07-12T17:08:55.033" v="983"/>
        <pc:sldMkLst>
          <pc:docMk/>
          <pc:sldMk cId="17835425" sldId="259"/>
        </pc:sldMkLst>
        <pc:spChg chg="mod">
          <ac:chgData name="Yuvaraazz Pujari" userId="70d1007fcc508aea" providerId="LiveId" clId="{4D23C559-1701-41D8-8F05-45B83514D612}" dt="2026-07-12T16:17:27.417" v="479" actId="27636"/>
          <ac:spMkLst>
            <pc:docMk/>
            <pc:sldMk cId="17835425" sldId="259"/>
            <ac:spMk id="3" creationId="{205B10B5-6DD2-8067-84C0-A285FF82FA35}"/>
          </ac:spMkLst>
        </pc:spChg>
      </pc:sldChg>
      <pc:sldChg chg="addSp delSp modSp new del mod">
        <pc:chgData name="Yuvaraazz Pujari" userId="70d1007fcc508aea" providerId="LiveId" clId="{4D23C559-1701-41D8-8F05-45B83514D612}" dt="2026-07-12T14:50:47.030" v="62" actId="2696"/>
        <pc:sldMkLst>
          <pc:docMk/>
          <pc:sldMk cId="880378420" sldId="260"/>
        </pc:sldMkLst>
        <pc:spChg chg="add del">
          <ac:chgData name="Yuvaraazz Pujari" userId="70d1007fcc508aea" providerId="LiveId" clId="{4D23C559-1701-41D8-8F05-45B83514D612}" dt="2026-07-12T13:53:51.026" v="2" actId="478"/>
          <ac:spMkLst>
            <pc:docMk/>
            <pc:sldMk cId="880378420" sldId="260"/>
            <ac:spMk id="3" creationId="{93638120-9485-0340-AE31-1360EAD139D3}"/>
          </ac:spMkLst>
        </pc:spChg>
        <pc:spChg chg="add mod">
          <ac:chgData name="Yuvaraazz Pujari" userId="70d1007fcc508aea" providerId="LiveId" clId="{4D23C559-1701-41D8-8F05-45B83514D612}" dt="2026-07-12T14:50:40.946" v="61" actId="6549"/>
          <ac:spMkLst>
            <pc:docMk/>
            <pc:sldMk cId="880378420" sldId="260"/>
            <ac:spMk id="4" creationId="{DD203C75-CDCF-212A-A408-01D942588D76}"/>
          </ac:spMkLst>
        </pc:spChg>
      </pc:sldChg>
      <pc:sldChg chg="new del">
        <pc:chgData name="Yuvaraazz Pujari" userId="70d1007fcc508aea" providerId="LiveId" clId="{4D23C559-1701-41D8-8F05-45B83514D612}" dt="2026-07-12T14:50:29.483" v="58" actId="47"/>
        <pc:sldMkLst>
          <pc:docMk/>
          <pc:sldMk cId="4253906428" sldId="261"/>
        </pc:sldMkLst>
      </pc:sldChg>
      <pc:sldChg chg="modSp new mod modTransition">
        <pc:chgData name="Yuvaraazz Pujari" userId="70d1007fcc508aea" providerId="LiveId" clId="{4D23C559-1701-41D8-8F05-45B83514D612}" dt="2026-07-12T17:08:55.033" v="983"/>
        <pc:sldMkLst>
          <pc:docMk/>
          <pc:sldMk cId="2303679412" sldId="262"/>
        </pc:sldMkLst>
        <pc:spChg chg="mod">
          <ac:chgData name="Yuvaraazz Pujari" userId="70d1007fcc508aea" providerId="LiveId" clId="{4D23C559-1701-41D8-8F05-45B83514D612}" dt="2026-07-12T14:51:17.294" v="63"/>
          <ac:spMkLst>
            <pc:docMk/>
            <pc:sldMk cId="2303679412" sldId="262"/>
            <ac:spMk id="2" creationId="{F8DA7EEC-A5B3-240F-8D07-C5DEB9E8E05A}"/>
          </ac:spMkLst>
        </pc:spChg>
        <pc:spChg chg="mod">
          <ac:chgData name="Yuvaraazz Pujari" userId="70d1007fcc508aea" providerId="LiveId" clId="{4D23C559-1701-41D8-8F05-45B83514D612}" dt="2026-07-12T16:03:48.962" v="339" actId="403"/>
          <ac:spMkLst>
            <pc:docMk/>
            <pc:sldMk cId="2303679412" sldId="262"/>
            <ac:spMk id="3" creationId="{17FCE7B2-7D1F-C584-4262-4B83868020E5}"/>
          </ac:spMkLst>
        </pc:spChg>
      </pc:sldChg>
      <pc:sldChg chg="modSp new mod modTransition">
        <pc:chgData name="Yuvaraazz Pujari" userId="70d1007fcc508aea" providerId="LiveId" clId="{4D23C559-1701-41D8-8F05-45B83514D612}" dt="2026-07-12T17:08:55.033" v="983"/>
        <pc:sldMkLst>
          <pc:docMk/>
          <pc:sldMk cId="286065077" sldId="263"/>
        </pc:sldMkLst>
        <pc:spChg chg="mod">
          <ac:chgData name="Yuvaraazz Pujari" userId="70d1007fcc508aea" providerId="LiveId" clId="{4D23C559-1701-41D8-8F05-45B83514D612}" dt="2026-07-12T14:51:53.881" v="65"/>
          <ac:spMkLst>
            <pc:docMk/>
            <pc:sldMk cId="286065077" sldId="263"/>
            <ac:spMk id="2" creationId="{B5CE2776-CB5A-A026-2795-078F3D7F6156}"/>
          </ac:spMkLst>
        </pc:spChg>
        <pc:spChg chg="mod">
          <ac:chgData name="Yuvaraazz Pujari" userId="70d1007fcc508aea" providerId="LiveId" clId="{4D23C559-1701-41D8-8F05-45B83514D612}" dt="2026-07-12T16:04:14.233" v="342" actId="27636"/>
          <ac:spMkLst>
            <pc:docMk/>
            <pc:sldMk cId="286065077" sldId="263"/>
            <ac:spMk id="3" creationId="{E406B002-5E47-6F75-DFDD-41598B171ED4}"/>
          </ac:spMkLst>
        </pc:spChg>
      </pc:sldChg>
      <pc:sldChg chg="addSp delSp modSp new mod modTransition">
        <pc:chgData name="Yuvaraazz Pujari" userId="70d1007fcc508aea" providerId="LiveId" clId="{4D23C559-1701-41D8-8F05-45B83514D612}" dt="2026-07-12T17:08:55.033" v="983"/>
        <pc:sldMkLst>
          <pc:docMk/>
          <pc:sldMk cId="3393159651" sldId="264"/>
        </pc:sldMkLst>
        <pc:spChg chg="mod">
          <ac:chgData name="Yuvaraazz Pujari" userId="70d1007fcc508aea" providerId="LiveId" clId="{4D23C559-1701-41D8-8F05-45B83514D612}" dt="2026-07-12T16:04:32.979" v="343" actId="1076"/>
          <ac:spMkLst>
            <pc:docMk/>
            <pc:sldMk cId="3393159651" sldId="264"/>
            <ac:spMk id="2" creationId="{FCEBDF40-FE91-DC44-5375-0809737CA13F}"/>
          </ac:spMkLst>
        </pc:spChg>
        <pc:spChg chg="del">
          <ac:chgData name="Yuvaraazz Pujari" userId="70d1007fcc508aea" providerId="LiveId" clId="{4D23C559-1701-41D8-8F05-45B83514D612}" dt="2026-07-12T15:39:39.425" v="123" actId="478"/>
          <ac:spMkLst>
            <pc:docMk/>
            <pc:sldMk cId="3393159651" sldId="264"/>
            <ac:spMk id="3" creationId="{99D4B07F-582F-3C11-0FA6-6991BA6CC8CB}"/>
          </ac:spMkLst>
        </pc:spChg>
        <pc:spChg chg="add del mod">
          <ac:chgData name="Yuvaraazz Pujari" userId="70d1007fcc508aea" providerId="LiveId" clId="{4D23C559-1701-41D8-8F05-45B83514D612}" dt="2026-07-12T15:47:36.907" v="161" actId="478"/>
          <ac:spMkLst>
            <pc:docMk/>
            <pc:sldMk cId="3393159651" sldId="264"/>
            <ac:spMk id="4" creationId="{5E4FBBC6-A478-D49E-B8A6-6E792FBF0A9B}"/>
          </ac:spMkLst>
        </pc:spChg>
        <pc:picChg chg="add mod ord modVis">
          <ac:chgData name="Yuvaraazz Pujari" userId="70d1007fcc508aea" providerId="LiveId" clId="{4D23C559-1701-41D8-8F05-45B83514D612}" dt="2026-07-12T15:50:09.814" v="176" actId="1076"/>
          <ac:picMkLst>
            <pc:docMk/>
            <pc:sldMk cId="3393159651" sldId="264"/>
            <ac:picMk id="6" creationId="{76E6EA00-9A65-975F-5F02-3D40E2E1C9E9}"/>
          </ac:picMkLst>
        </pc:picChg>
      </pc:sldChg>
      <pc:sldChg chg="addSp delSp modSp add mod modTransition">
        <pc:chgData name="Yuvaraazz Pujari" userId="70d1007fcc508aea" providerId="LiveId" clId="{4D23C559-1701-41D8-8F05-45B83514D612}" dt="2026-07-12T17:08:55.033" v="983"/>
        <pc:sldMkLst>
          <pc:docMk/>
          <pc:sldMk cId="2857157746" sldId="265"/>
        </pc:sldMkLst>
        <pc:spChg chg="mod">
          <ac:chgData name="Yuvaraazz Pujari" userId="70d1007fcc508aea" providerId="LiveId" clId="{4D23C559-1701-41D8-8F05-45B83514D612}" dt="2026-07-12T14:52:44.024" v="69"/>
          <ac:spMkLst>
            <pc:docMk/>
            <pc:sldMk cId="2857157746" sldId="265"/>
            <ac:spMk id="2" creationId="{7818774D-BEC5-F5A0-5BF0-84D7C5F8D428}"/>
          </ac:spMkLst>
        </pc:spChg>
        <pc:spChg chg="del mod">
          <ac:chgData name="Yuvaraazz Pujari" userId="70d1007fcc508aea" providerId="LiveId" clId="{4D23C559-1701-41D8-8F05-45B83514D612}" dt="2026-07-12T15:45:46.747" v="154"/>
          <ac:spMkLst>
            <pc:docMk/>
            <pc:sldMk cId="2857157746" sldId="265"/>
            <ac:spMk id="3" creationId="{A5032BE7-B3E7-A3F9-0365-91F89D982B6B}"/>
          </ac:spMkLst>
        </pc:spChg>
        <pc:graphicFrameChg chg="add mod modGraphic">
          <ac:chgData name="Yuvaraazz Pujari" userId="70d1007fcc508aea" providerId="LiveId" clId="{4D23C559-1701-41D8-8F05-45B83514D612}" dt="2026-07-12T16:14:00.551" v="444" actId="1076"/>
          <ac:graphicFrameMkLst>
            <pc:docMk/>
            <pc:sldMk cId="2857157746" sldId="265"/>
            <ac:graphicFrameMk id="4" creationId="{FA6E169D-1E06-74DC-AB75-F6C5904929F7}"/>
          </ac:graphicFrameMkLst>
        </pc:graphicFrameChg>
      </pc:sldChg>
      <pc:sldChg chg="addSp delSp modSp new mod modTransition modAnim">
        <pc:chgData name="Yuvaraazz Pujari" userId="70d1007fcc508aea" providerId="LiveId" clId="{4D23C559-1701-41D8-8F05-45B83514D612}" dt="2026-07-13T07:09:32.135" v="1111" actId="20577"/>
        <pc:sldMkLst>
          <pc:docMk/>
          <pc:sldMk cId="3217693502" sldId="266"/>
        </pc:sldMkLst>
        <pc:spChg chg="mod">
          <ac:chgData name="Yuvaraazz Pujari" userId="70d1007fcc508aea" providerId="LiveId" clId="{4D23C559-1701-41D8-8F05-45B83514D612}" dt="2026-07-12T16:31:50.648" v="629" actId="1076"/>
          <ac:spMkLst>
            <pc:docMk/>
            <pc:sldMk cId="3217693502" sldId="266"/>
            <ac:spMk id="2" creationId="{84E2260B-3260-D91B-3016-5F4E525160D2}"/>
          </ac:spMkLst>
        </pc:spChg>
        <pc:spChg chg="del mod">
          <ac:chgData name="Yuvaraazz Pujari" userId="70d1007fcc508aea" providerId="LiveId" clId="{4D23C559-1701-41D8-8F05-45B83514D612}" dt="2026-07-12T16:30:41.328" v="616" actId="478"/>
          <ac:spMkLst>
            <pc:docMk/>
            <pc:sldMk cId="3217693502" sldId="266"/>
            <ac:spMk id="3" creationId="{8CC97F43-3560-7501-B3EB-3FAD31961CA2}"/>
          </ac:spMkLst>
        </pc:spChg>
        <pc:spChg chg="add del mod">
          <ac:chgData name="Yuvaraazz Pujari" userId="70d1007fcc508aea" providerId="LiveId" clId="{4D23C559-1701-41D8-8F05-45B83514D612}" dt="2026-07-12T16:37:23.248" v="736" actId="478"/>
          <ac:spMkLst>
            <pc:docMk/>
            <pc:sldMk cId="3217693502" sldId="266"/>
            <ac:spMk id="4" creationId="{154E3464-EB3D-997C-420B-11DDC57DD4EF}"/>
          </ac:spMkLst>
        </pc:spChg>
        <pc:spChg chg="add del mod">
          <ac:chgData name="Yuvaraazz Pujari" userId="70d1007fcc508aea" providerId="LiveId" clId="{4D23C559-1701-41D8-8F05-45B83514D612}" dt="2026-07-12T16:26:17.709" v="486" actId="478"/>
          <ac:spMkLst>
            <pc:docMk/>
            <pc:sldMk cId="3217693502" sldId="266"/>
            <ac:spMk id="5" creationId="{13B96440-FC60-42D2-F99B-71BD4D2A2817}"/>
          </ac:spMkLst>
        </pc:spChg>
        <pc:spChg chg="add del mod">
          <ac:chgData name="Yuvaraazz Pujari" userId="70d1007fcc508aea" providerId="LiveId" clId="{4D23C559-1701-41D8-8F05-45B83514D612}" dt="2026-07-12T16:26:19.686" v="487" actId="478"/>
          <ac:spMkLst>
            <pc:docMk/>
            <pc:sldMk cId="3217693502" sldId="266"/>
            <ac:spMk id="6" creationId="{D2692FF6-3360-6505-51F7-417EDEEA9C8F}"/>
          </ac:spMkLst>
        </pc:spChg>
        <pc:spChg chg="add del mod">
          <ac:chgData name="Yuvaraazz Pujari" userId="70d1007fcc508aea" providerId="LiveId" clId="{4D23C559-1701-41D8-8F05-45B83514D612}" dt="2026-07-12T16:26:22.111" v="488" actId="478"/>
          <ac:spMkLst>
            <pc:docMk/>
            <pc:sldMk cId="3217693502" sldId="266"/>
            <ac:spMk id="7" creationId="{5045604C-1846-C493-F45A-13484A4EA622}"/>
          </ac:spMkLst>
        </pc:spChg>
        <pc:spChg chg="add del mod">
          <ac:chgData name="Yuvaraazz Pujari" userId="70d1007fcc508aea" providerId="LiveId" clId="{4D23C559-1701-41D8-8F05-45B83514D612}" dt="2026-07-12T16:37:23.248" v="736" actId="478"/>
          <ac:spMkLst>
            <pc:docMk/>
            <pc:sldMk cId="3217693502" sldId="266"/>
            <ac:spMk id="8" creationId="{31C6743F-BD35-210E-4D5E-8DC4A0CC1427}"/>
          </ac:spMkLst>
        </pc:spChg>
        <pc:spChg chg="add del mod">
          <ac:chgData name="Yuvaraazz Pujari" userId="70d1007fcc508aea" providerId="LiveId" clId="{4D23C559-1701-41D8-8F05-45B83514D612}" dt="2026-07-12T16:37:23.248" v="736" actId="478"/>
          <ac:spMkLst>
            <pc:docMk/>
            <pc:sldMk cId="3217693502" sldId="266"/>
            <ac:spMk id="9" creationId="{CEC45F98-19DC-43D2-F321-FFDF73A73446}"/>
          </ac:spMkLst>
        </pc:spChg>
        <pc:spChg chg="add del mod">
          <ac:chgData name="Yuvaraazz Pujari" userId="70d1007fcc508aea" providerId="LiveId" clId="{4D23C559-1701-41D8-8F05-45B83514D612}" dt="2026-07-12T16:37:30.669" v="737" actId="478"/>
          <ac:spMkLst>
            <pc:docMk/>
            <pc:sldMk cId="3217693502" sldId="266"/>
            <ac:spMk id="10" creationId="{CE5E6196-D60C-1661-2F18-7FFCC9E83D50}"/>
          </ac:spMkLst>
        </pc:spChg>
        <pc:spChg chg="add del mod">
          <ac:chgData name="Yuvaraazz Pujari" userId="70d1007fcc508aea" providerId="LiveId" clId="{4D23C559-1701-41D8-8F05-45B83514D612}" dt="2026-07-12T16:37:30.669" v="737" actId="478"/>
          <ac:spMkLst>
            <pc:docMk/>
            <pc:sldMk cId="3217693502" sldId="266"/>
            <ac:spMk id="11" creationId="{4990A8F3-760E-1408-3E0E-1C03DB887BD7}"/>
          </ac:spMkLst>
        </pc:spChg>
        <pc:spChg chg="add del mod">
          <ac:chgData name="Yuvaraazz Pujari" userId="70d1007fcc508aea" providerId="LiveId" clId="{4D23C559-1701-41D8-8F05-45B83514D612}" dt="2026-07-12T16:37:23.248" v="736" actId="478"/>
          <ac:spMkLst>
            <pc:docMk/>
            <pc:sldMk cId="3217693502" sldId="266"/>
            <ac:spMk id="12" creationId="{54BAF1ED-9533-33D5-B6BA-7036803EF595}"/>
          </ac:spMkLst>
        </pc:spChg>
        <pc:spChg chg="add del mod">
          <ac:chgData name="Yuvaraazz Pujari" userId="70d1007fcc508aea" providerId="LiveId" clId="{4D23C559-1701-41D8-8F05-45B83514D612}" dt="2026-07-12T16:37:23.248" v="736" actId="478"/>
          <ac:spMkLst>
            <pc:docMk/>
            <pc:sldMk cId="3217693502" sldId="266"/>
            <ac:spMk id="13" creationId="{78DE71D9-FFE2-76D4-831F-A0B949701AA5}"/>
          </ac:spMkLst>
        </pc:spChg>
        <pc:spChg chg="add del mod">
          <ac:chgData name="Yuvaraazz Pujari" userId="70d1007fcc508aea" providerId="LiveId" clId="{4D23C559-1701-41D8-8F05-45B83514D612}" dt="2026-07-12T16:37:14.510" v="735" actId="478"/>
          <ac:spMkLst>
            <pc:docMk/>
            <pc:sldMk cId="3217693502" sldId="266"/>
            <ac:spMk id="14" creationId="{B51B064C-F7FB-11B4-EF51-6DED300A56AA}"/>
          </ac:spMkLst>
        </pc:spChg>
        <pc:spChg chg="add del mod">
          <ac:chgData name="Yuvaraazz Pujari" userId="70d1007fcc508aea" providerId="LiveId" clId="{4D23C559-1701-41D8-8F05-45B83514D612}" dt="2026-07-12T16:37:14.510" v="735" actId="478"/>
          <ac:spMkLst>
            <pc:docMk/>
            <pc:sldMk cId="3217693502" sldId="266"/>
            <ac:spMk id="15" creationId="{D1E252CA-12D5-330F-378C-CBC978E9375E}"/>
          </ac:spMkLst>
        </pc:spChg>
        <pc:spChg chg="add del mod">
          <ac:chgData name="Yuvaraazz Pujari" userId="70d1007fcc508aea" providerId="LiveId" clId="{4D23C559-1701-41D8-8F05-45B83514D612}" dt="2026-07-12T16:30:45.860" v="617" actId="478"/>
          <ac:spMkLst>
            <pc:docMk/>
            <pc:sldMk cId="3217693502" sldId="266"/>
            <ac:spMk id="17" creationId="{EB00704F-CFFC-0A78-3360-E80F8CCF2E6B}"/>
          </ac:spMkLst>
        </pc:spChg>
        <pc:spChg chg="add del mod">
          <ac:chgData name="Yuvaraazz Pujari" userId="70d1007fcc508aea" providerId="LiveId" clId="{4D23C559-1701-41D8-8F05-45B83514D612}" dt="2026-07-12T16:42:45.243" v="769" actId="478"/>
          <ac:spMkLst>
            <pc:docMk/>
            <pc:sldMk cId="3217693502" sldId="266"/>
            <ac:spMk id="25" creationId="{D7CFF86A-34A0-D69B-A7B4-A7C307B5B8D1}"/>
          </ac:spMkLst>
        </pc:spChg>
        <pc:spChg chg="add mod">
          <ac:chgData name="Yuvaraazz Pujari" userId="70d1007fcc508aea" providerId="LiveId" clId="{4D23C559-1701-41D8-8F05-45B83514D612}" dt="2026-07-12T16:43:23.115" v="781" actId="207"/>
          <ac:spMkLst>
            <pc:docMk/>
            <pc:sldMk cId="3217693502" sldId="266"/>
            <ac:spMk id="26" creationId="{A96916A3-0369-517F-EC4D-E5C98FB2A342}"/>
          </ac:spMkLst>
        </pc:spChg>
        <pc:spChg chg="mod topLvl">
          <ac:chgData name="Yuvaraazz Pujari" userId="70d1007fcc508aea" providerId="LiveId" clId="{4D23C559-1701-41D8-8F05-45B83514D612}" dt="2026-07-12T16:47:18.800" v="813" actId="165"/>
          <ac:spMkLst>
            <pc:docMk/>
            <pc:sldMk cId="3217693502" sldId="266"/>
            <ac:spMk id="28" creationId="{1EF24CCB-E8DF-C0E5-F882-BD4AFF30BFCA}"/>
          </ac:spMkLst>
        </pc:spChg>
        <pc:spChg chg="mod topLvl">
          <ac:chgData name="Yuvaraazz Pujari" userId="70d1007fcc508aea" providerId="LiveId" clId="{4D23C559-1701-41D8-8F05-45B83514D612}" dt="2026-07-12T16:47:18.800" v="813" actId="165"/>
          <ac:spMkLst>
            <pc:docMk/>
            <pc:sldMk cId="3217693502" sldId="266"/>
            <ac:spMk id="29" creationId="{95873831-487B-B848-C443-39358996E941}"/>
          </ac:spMkLst>
        </pc:spChg>
        <pc:spChg chg="mod topLvl">
          <ac:chgData name="Yuvaraazz Pujari" userId="70d1007fcc508aea" providerId="LiveId" clId="{4D23C559-1701-41D8-8F05-45B83514D612}" dt="2026-07-13T07:09:32.135" v="1111" actId="20577"/>
          <ac:spMkLst>
            <pc:docMk/>
            <pc:sldMk cId="3217693502" sldId="266"/>
            <ac:spMk id="30" creationId="{FEDE1CCB-E41D-6CC0-C336-E239B806EFF8}"/>
          </ac:spMkLst>
        </pc:spChg>
        <pc:spChg chg="mod topLvl">
          <ac:chgData name="Yuvaraazz Pujari" userId="70d1007fcc508aea" providerId="LiveId" clId="{4D23C559-1701-41D8-8F05-45B83514D612}" dt="2026-07-12T16:47:18.800" v="813" actId="165"/>
          <ac:spMkLst>
            <pc:docMk/>
            <pc:sldMk cId="3217693502" sldId="266"/>
            <ac:spMk id="31" creationId="{427FB212-0636-86C9-FEDD-1D243EF46BDC}"/>
          </ac:spMkLst>
        </pc:spChg>
        <pc:spChg chg="mod topLvl">
          <ac:chgData name="Yuvaraazz Pujari" userId="70d1007fcc508aea" providerId="LiveId" clId="{4D23C559-1701-41D8-8F05-45B83514D612}" dt="2026-07-12T16:47:18.800" v="813" actId="165"/>
          <ac:spMkLst>
            <pc:docMk/>
            <pc:sldMk cId="3217693502" sldId="266"/>
            <ac:spMk id="32" creationId="{D98F7D16-A142-AFF1-E2C8-2D71CEA5EEED}"/>
          </ac:spMkLst>
        </pc:spChg>
        <pc:spChg chg="mod topLvl">
          <ac:chgData name="Yuvaraazz Pujari" userId="70d1007fcc508aea" providerId="LiveId" clId="{4D23C559-1701-41D8-8F05-45B83514D612}" dt="2026-07-12T16:47:18.800" v="813" actId="165"/>
          <ac:spMkLst>
            <pc:docMk/>
            <pc:sldMk cId="3217693502" sldId="266"/>
            <ac:spMk id="33" creationId="{168887FE-E3FB-C5C8-7B79-B6A12A02D47A}"/>
          </ac:spMkLst>
        </pc:spChg>
        <pc:spChg chg="mod topLvl">
          <ac:chgData name="Yuvaraazz Pujari" userId="70d1007fcc508aea" providerId="LiveId" clId="{4D23C559-1701-41D8-8F05-45B83514D612}" dt="2026-07-12T16:47:18.800" v="813" actId="165"/>
          <ac:spMkLst>
            <pc:docMk/>
            <pc:sldMk cId="3217693502" sldId="266"/>
            <ac:spMk id="34" creationId="{4C20458F-F4AA-7FEC-8CAC-DE3270AEE06A}"/>
          </ac:spMkLst>
        </pc:spChg>
        <pc:spChg chg="mod topLvl">
          <ac:chgData name="Yuvaraazz Pujari" userId="70d1007fcc508aea" providerId="LiveId" clId="{4D23C559-1701-41D8-8F05-45B83514D612}" dt="2026-07-12T16:47:18.800" v="813" actId="165"/>
          <ac:spMkLst>
            <pc:docMk/>
            <pc:sldMk cId="3217693502" sldId="266"/>
            <ac:spMk id="35" creationId="{C953E7E6-C73C-8E4D-172A-07B0CE94A8F5}"/>
          </ac:spMkLst>
        </pc:spChg>
        <pc:spChg chg="mod topLvl">
          <ac:chgData name="Yuvaraazz Pujari" userId="70d1007fcc508aea" providerId="LiveId" clId="{4D23C559-1701-41D8-8F05-45B83514D612}" dt="2026-07-12T16:47:18.800" v="813" actId="165"/>
          <ac:spMkLst>
            <pc:docMk/>
            <pc:sldMk cId="3217693502" sldId="266"/>
            <ac:spMk id="36" creationId="{CE189A2D-3A84-1F88-ADF0-84ABCF6A14DC}"/>
          </ac:spMkLst>
        </pc:spChg>
        <pc:spChg chg="mod topLvl">
          <ac:chgData name="Yuvaraazz Pujari" userId="70d1007fcc508aea" providerId="LiveId" clId="{4D23C559-1701-41D8-8F05-45B83514D612}" dt="2026-07-12T16:49:50.778" v="830" actId="165"/>
          <ac:spMkLst>
            <pc:docMk/>
            <pc:sldMk cId="3217693502" sldId="266"/>
            <ac:spMk id="38" creationId="{9FCAB34D-88F5-8FA6-0CFC-21E8C19F4560}"/>
          </ac:spMkLst>
        </pc:spChg>
        <pc:spChg chg="mod topLvl">
          <ac:chgData name="Yuvaraazz Pujari" userId="70d1007fcc508aea" providerId="LiveId" clId="{4D23C559-1701-41D8-8F05-45B83514D612}" dt="2026-07-12T16:49:50.778" v="830" actId="165"/>
          <ac:spMkLst>
            <pc:docMk/>
            <pc:sldMk cId="3217693502" sldId="266"/>
            <ac:spMk id="39" creationId="{DA49F437-A23B-8BAB-54E3-61E182A34C5A}"/>
          </ac:spMkLst>
        </pc:spChg>
        <pc:spChg chg="mod topLvl">
          <ac:chgData name="Yuvaraazz Pujari" userId="70d1007fcc508aea" providerId="LiveId" clId="{4D23C559-1701-41D8-8F05-45B83514D612}" dt="2026-07-12T16:49:50.778" v="830" actId="165"/>
          <ac:spMkLst>
            <pc:docMk/>
            <pc:sldMk cId="3217693502" sldId="266"/>
            <ac:spMk id="40" creationId="{C90E963D-E8DF-FD82-BD10-26B2385BBD1A}"/>
          </ac:spMkLst>
        </pc:spChg>
        <pc:spChg chg="mod topLvl">
          <ac:chgData name="Yuvaraazz Pujari" userId="70d1007fcc508aea" providerId="LiveId" clId="{4D23C559-1701-41D8-8F05-45B83514D612}" dt="2026-07-12T16:49:50.778" v="830" actId="165"/>
          <ac:spMkLst>
            <pc:docMk/>
            <pc:sldMk cId="3217693502" sldId="266"/>
            <ac:spMk id="41" creationId="{0EBD13B5-0A19-A2BE-8A90-D01F53D44B46}"/>
          </ac:spMkLst>
        </pc:spChg>
        <pc:spChg chg="mod topLvl">
          <ac:chgData name="Yuvaraazz Pujari" userId="70d1007fcc508aea" providerId="LiveId" clId="{4D23C559-1701-41D8-8F05-45B83514D612}" dt="2026-07-12T16:49:50.778" v="830" actId="165"/>
          <ac:spMkLst>
            <pc:docMk/>
            <pc:sldMk cId="3217693502" sldId="266"/>
            <ac:spMk id="42" creationId="{277D5D09-0042-B511-7BE6-BC6F1DE67170}"/>
          </ac:spMkLst>
        </pc:spChg>
        <pc:spChg chg="mod topLvl">
          <ac:chgData name="Yuvaraazz Pujari" userId="70d1007fcc508aea" providerId="LiveId" clId="{4D23C559-1701-41D8-8F05-45B83514D612}" dt="2026-07-12T16:49:50.778" v="830" actId="165"/>
          <ac:spMkLst>
            <pc:docMk/>
            <pc:sldMk cId="3217693502" sldId="266"/>
            <ac:spMk id="43" creationId="{20BAAEE7-CD3F-FB93-64FC-CE8DBCE30A45}"/>
          </ac:spMkLst>
        </pc:spChg>
        <pc:spChg chg="mod topLvl">
          <ac:chgData name="Yuvaraazz Pujari" userId="70d1007fcc508aea" providerId="LiveId" clId="{4D23C559-1701-41D8-8F05-45B83514D612}" dt="2026-07-12T16:49:50.778" v="830" actId="165"/>
          <ac:spMkLst>
            <pc:docMk/>
            <pc:sldMk cId="3217693502" sldId="266"/>
            <ac:spMk id="44" creationId="{5228FA83-CA91-646E-0C19-BFB3A813C649}"/>
          </ac:spMkLst>
        </pc:spChg>
        <pc:spChg chg="mod topLvl">
          <ac:chgData name="Yuvaraazz Pujari" userId="70d1007fcc508aea" providerId="LiveId" clId="{4D23C559-1701-41D8-8F05-45B83514D612}" dt="2026-07-12T16:49:50.778" v="830" actId="165"/>
          <ac:spMkLst>
            <pc:docMk/>
            <pc:sldMk cId="3217693502" sldId="266"/>
            <ac:spMk id="45" creationId="{3D8B8730-1F85-C9D3-A05C-1E9ED8C66C33}"/>
          </ac:spMkLst>
        </pc:spChg>
        <pc:spChg chg="mod topLvl">
          <ac:chgData name="Yuvaraazz Pujari" userId="70d1007fcc508aea" providerId="LiveId" clId="{4D23C559-1701-41D8-8F05-45B83514D612}" dt="2026-07-12T16:49:50.778" v="830" actId="165"/>
          <ac:spMkLst>
            <pc:docMk/>
            <pc:sldMk cId="3217693502" sldId="266"/>
            <ac:spMk id="46" creationId="{0D16E86F-AEE9-B97D-D4B7-EADA465CC12E}"/>
          </ac:spMkLst>
        </pc:spChg>
        <pc:grpChg chg="del">
          <ac:chgData name="Yuvaraazz Pujari" userId="70d1007fcc508aea" providerId="LiveId" clId="{4D23C559-1701-41D8-8F05-45B83514D612}" dt="2026-07-12T16:47:18.800" v="813" actId="165"/>
          <ac:grpSpMkLst>
            <pc:docMk/>
            <pc:sldMk cId="3217693502" sldId="266"/>
            <ac:grpSpMk id="27" creationId="{4B27CA35-B10F-7122-E3F6-FB9BDAF59C33}"/>
          </ac:grpSpMkLst>
        </pc:grpChg>
        <pc:grpChg chg="del">
          <ac:chgData name="Yuvaraazz Pujari" userId="70d1007fcc508aea" providerId="LiveId" clId="{4D23C559-1701-41D8-8F05-45B83514D612}" dt="2026-07-12T16:49:50.778" v="830" actId="165"/>
          <ac:grpSpMkLst>
            <pc:docMk/>
            <pc:sldMk cId="3217693502" sldId="266"/>
            <ac:grpSpMk id="37" creationId="{443C014A-8B4C-B2FF-AD52-76BA77DCADC0}"/>
          </ac:grpSpMkLst>
        </pc:grpChg>
        <pc:graphicFrameChg chg="add del mod modGraphic">
          <ac:chgData name="Yuvaraazz Pujari" userId="70d1007fcc508aea" providerId="LiveId" clId="{4D23C559-1701-41D8-8F05-45B83514D612}" dt="2026-07-12T16:33:44.790" v="646" actId="1032"/>
          <ac:graphicFrameMkLst>
            <pc:docMk/>
            <pc:sldMk cId="3217693502" sldId="266"/>
            <ac:graphicFrameMk id="21" creationId="{7C1AED74-0900-0885-509E-770F363B9A84}"/>
          </ac:graphicFrameMkLst>
        </pc:graphicFrameChg>
        <pc:graphicFrameChg chg="add del mod modGraphic">
          <ac:chgData name="Yuvaraazz Pujari" userId="70d1007fcc508aea" providerId="LiveId" clId="{4D23C559-1701-41D8-8F05-45B83514D612}" dt="2026-07-12T16:46:58.303" v="811" actId="18245"/>
          <ac:graphicFrameMkLst>
            <pc:docMk/>
            <pc:sldMk cId="3217693502" sldId="266"/>
            <ac:graphicFrameMk id="22" creationId="{FB28416D-4951-A87C-D0EF-EDC112E3074F}"/>
          </ac:graphicFrameMkLst>
        </pc:graphicFrameChg>
        <pc:graphicFrameChg chg="add del mod modGraphic">
          <ac:chgData name="Yuvaraazz Pujari" userId="70d1007fcc508aea" providerId="LiveId" clId="{4D23C559-1701-41D8-8F05-45B83514D612}" dt="2026-07-12T16:38:50.062" v="744" actId="1032"/>
          <ac:graphicFrameMkLst>
            <pc:docMk/>
            <pc:sldMk cId="3217693502" sldId="266"/>
            <ac:graphicFrameMk id="23" creationId="{E6B8D3DA-F294-226C-A4D4-475DB68F3496}"/>
          </ac:graphicFrameMkLst>
        </pc:graphicFrameChg>
        <pc:graphicFrameChg chg="add del mod modVis modGraphic">
          <ac:chgData name="Yuvaraazz Pujari" userId="70d1007fcc508aea" providerId="LiveId" clId="{4D23C559-1701-41D8-8F05-45B83514D612}" dt="2026-07-12T16:49:36.411" v="829" actId="18245"/>
          <ac:graphicFrameMkLst>
            <pc:docMk/>
            <pc:sldMk cId="3217693502" sldId="266"/>
            <ac:graphicFrameMk id="24" creationId="{E71E9ACB-421E-03C4-F5F3-71CEA8050560}"/>
          </ac:graphicFrameMkLst>
        </pc:graphicFrameChg>
        <pc:cxnChg chg="add del mod">
          <ac:chgData name="Yuvaraazz Pujari" userId="70d1007fcc508aea" providerId="LiveId" clId="{4D23C559-1701-41D8-8F05-45B83514D612}" dt="2026-07-12T16:37:23.248" v="736" actId="478"/>
          <ac:cxnSpMkLst>
            <pc:docMk/>
            <pc:sldMk cId="3217693502" sldId="266"/>
            <ac:cxnSpMk id="19" creationId="{0D20BDED-BD87-851B-7692-8995EA0B909C}"/>
          </ac:cxnSpMkLst>
        </pc:cxnChg>
        <pc:cxnChg chg="add del mod">
          <ac:chgData name="Yuvaraazz Pujari" userId="70d1007fcc508aea" providerId="LiveId" clId="{4D23C559-1701-41D8-8F05-45B83514D612}" dt="2026-07-12T16:37:23.248" v="736" actId="478"/>
          <ac:cxnSpMkLst>
            <pc:docMk/>
            <pc:sldMk cId="3217693502" sldId="266"/>
            <ac:cxnSpMk id="20" creationId="{AC204D52-8175-43AE-E149-4003361866B2}"/>
          </ac:cxnSpMkLst>
        </pc:cxnChg>
      </pc:sldChg>
      <pc:sldChg chg="modSp new del">
        <pc:chgData name="Yuvaraazz Pujari" userId="70d1007fcc508aea" providerId="LiveId" clId="{4D23C559-1701-41D8-8F05-45B83514D612}" dt="2026-07-12T16:10:03.146" v="432" actId="47"/>
        <pc:sldMkLst>
          <pc:docMk/>
          <pc:sldMk cId="644485918" sldId="267"/>
        </pc:sldMkLst>
        <pc:spChg chg="mod">
          <ac:chgData name="Yuvaraazz Pujari" userId="70d1007fcc508aea" providerId="LiveId" clId="{4D23C559-1701-41D8-8F05-45B83514D612}" dt="2026-07-12T14:53:24.539" v="73"/>
          <ac:spMkLst>
            <pc:docMk/>
            <pc:sldMk cId="644485918" sldId="267"/>
            <ac:spMk id="2" creationId="{2464A76C-76B8-B84C-DF99-151535029C66}"/>
          </ac:spMkLst>
        </pc:spChg>
      </pc:sldChg>
      <pc:sldChg chg="modSp new mod modTransition">
        <pc:chgData name="Yuvaraazz Pujari" userId="70d1007fcc508aea" providerId="LiveId" clId="{4D23C559-1701-41D8-8F05-45B83514D612}" dt="2026-07-12T17:08:55.033" v="983"/>
        <pc:sldMkLst>
          <pc:docMk/>
          <pc:sldMk cId="2604836843" sldId="268"/>
        </pc:sldMkLst>
        <pc:spChg chg="mod">
          <ac:chgData name="Yuvaraazz Pujari" userId="70d1007fcc508aea" providerId="LiveId" clId="{4D23C559-1701-41D8-8F05-45B83514D612}" dt="2026-07-12T14:53:40.841" v="75"/>
          <ac:spMkLst>
            <pc:docMk/>
            <pc:sldMk cId="2604836843" sldId="268"/>
            <ac:spMk id="2" creationId="{31D4ACD7-72D2-5EF4-8F2A-6110259D3EC6}"/>
          </ac:spMkLst>
        </pc:spChg>
        <pc:spChg chg="mod">
          <ac:chgData name="Yuvaraazz Pujari" userId="70d1007fcc508aea" providerId="LiveId" clId="{4D23C559-1701-41D8-8F05-45B83514D612}" dt="2026-07-12T16:16:57.977" v="461" actId="27636"/>
          <ac:spMkLst>
            <pc:docMk/>
            <pc:sldMk cId="2604836843" sldId="268"/>
            <ac:spMk id="3" creationId="{B4D15E53-14EA-A0F9-C761-D9AACD81D15B}"/>
          </ac:spMkLst>
        </pc:spChg>
      </pc:sldChg>
      <pc:sldChg chg="modSp new mod modTransition">
        <pc:chgData name="Yuvaraazz Pujari" userId="70d1007fcc508aea" providerId="LiveId" clId="{4D23C559-1701-41D8-8F05-45B83514D612}" dt="2026-07-12T17:08:55.033" v="983"/>
        <pc:sldMkLst>
          <pc:docMk/>
          <pc:sldMk cId="3985563015" sldId="269"/>
        </pc:sldMkLst>
        <pc:spChg chg="mod">
          <ac:chgData name="Yuvaraazz Pujari" userId="70d1007fcc508aea" providerId="LiveId" clId="{4D23C559-1701-41D8-8F05-45B83514D612}" dt="2026-07-12T14:53:59.003" v="77"/>
          <ac:spMkLst>
            <pc:docMk/>
            <pc:sldMk cId="3985563015" sldId="269"/>
            <ac:spMk id="2" creationId="{A1454D56-64E3-6EDC-B01C-4385BB34809B}"/>
          </ac:spMkLst>
        </pc:spChg>
        <pc:spChg chg="mod">
          <ac:chgData name="Yuvaraazz Pujari" userId="70d1007fcc508aea" providerId="LiveId" clId="{4D23C559-1701-41D8-8F05-45B83514D612}" dt="2026-07-12T16:55:39.703" v="890" actId="5793"/>
          <ac:spMkLst>
            <pc:docMk/>
            <pc:sldMk cId="3985563015" sldId="269"/>
            <ac:spMk id="3" creationId="{06E5D665-B14C-2628-580C-4142CB2A1797}"/>
          </ac:spMkLst>
        </pc:spChg>
      </pc:sldChg>
      <pc:sldChg chg="addSp delSp modSp new mod modTransition modClrScheme modAnim chgLayout">
        <pc:chgData name="Yuvaraazz Pujari" userId="70d1007fcc508aea" providerId="LiveId" clId="{4D23C559-1701-41D8-8F05-45B83514D612}" dt="2026-07-12T17:08:55.033" v="983"/>
        <pc:sldMkLst>
          <pc:docMk/>
          <pc:sldMk cId="3026195879" sldId="270"/>
        </pc:sldMkLst>
        <pc:spChg chg="mod ord">
          <ac:chgData name="Yuvaraazz Pujari" userId="70d1007fcc508aea" providerId="LiveId" clId="{4D23C559-1701-41D8-8F05-45B83514D612}" dt="2026-07-12T15:38:08.186" v="114" actId="1076"/>
          <ac:spMkLst>
            <pc:docMk/>
            <pc:sldMk cId="3026195879" sldId="270"/>
            <ac:spMk id="2" creationId="{239A1728-6AE1-8CC9-E9BC-96595557F4F9}"/>
          </ac:spMkLst>
        </pc:spChg>
        <pc:spChg chg="add mod">
          <ac:chgData name="Yuvaraazz Pujari" userId="70d1007fcc508aea" providerId="LiveId" clId="{4D23C559-1701-41D8-8F05-45B83514D612}" dt="2026-07-12T16:09:14.574" v="431" actId="20577"/>
          <ac:spMkLst>
            <pc:docMk/>
            <pc:sldMk cId="3026195879" sldId="270"/>
            <ac:spMk id="3" creationId="{E77B39C3-409A-9F24-AF25-F23D6FFAF2A0}"/>
          </ac:spMkLst>
        </pc:spChg>
        <pc:spChg chg="add del mod ord">
          <ac:chgData name="Yuvaraazz Pujari" userId="70d1007fcc508aea" providerId="LiveId" clId="{4D23C559-1701-41D8-8F05-45B83514D612}" dt="2026-07-12T15:38:23.672" v="116" actId="478"/>
          <ac:spMkLst>
            <pc:docMk/>
            <pc:sldMk cId="3026195879" sldId="270"/>
            <ac:spMk id="6" creationId="{7B9AE5D6-86E0-2305-FE39-51CDC090A253}"/>
          </ac:spMkLst>
        </pc:spChg>
        <pc:picChg chg="add mod">
          <ac:chgData name="Yuvaraazz Pujari" userId="70d1007fcc508aea" providerId="LiveId" clId="{4D23C559-1701-41D8-8F05-45B83514D612}" dt="2026-07-12T15:38:48.711" v="122" actId="14100"/>
          <ac:picMkLst>
            <pc:docMk/>
            <pc:sldMk cId="3026195879" sldId="270"/>
            <ac:picMk id="5" creationId="{E081060B-EB48-F311-E5DF-AC39211D952E}"/>
          </ac:picMkLst>
        </pc:picChg>
      </pc:sldChg>
      <pc:sldChg chg="modSp new del">
        <pc:chgData name="Yuvaraazz Pujari" userId="70d1007fcc508aea" providerId="LiveId" clId="{4D23C559-1701-41D8-8F05-45B83514D612}" dt="2026-07-12T15:45:03.126" v="152" actId="47"/>
        <pc:sldMkLst>
          <pc:docMk/>
          <pc:sldMk cId="2545815485" sldId="271"/>
        </pc:sldMkLst>
        <pc:spChg chg="mod">
          <ac:chgData name="Yuvaraazz Pujari" userId="70d1007fcc508aea" providerId="LiveId" clId="{4D23C559-1701-41D8-8F05-45B83514D612}" dt="2026-07-12T15:32:55.023" v="82"/>
          <ac:spMkLst>
            <pc:docMk/>
            <pc:sldMk cId="2545815485" sldId="271"/>
            <ac:spMk id="2" creationId="{4F043188-B61E-4648-248D-24EE44399965}"/>
          </ac:spMkLst>
        </pc:spChg>
      </pc:sldChg>
      <pc:sldChg chg="modSp new mod modTransition">
        <pc:chgData name="Yuvaraazz Pujari" userId="70d1007fcc508aea" providerId="LiveId" clId="{4D23C559-1701-41D8-8F05-45B83514D612}" dt="2026-07-12T17:08:55.033" v="983"/>
        <pc:sldMkLst>
          <pc:docMk/>
          <pc:sldMk cId="3616442810" sldId="271"/>
        </pc:sldMkLst>
        <pc:spChg chg="mod">
          <ac:chgData name="Yuvaraazz Pujari" userId="70d1007fcc508aea" providerId="LiveId" clId="{4D23C559-1701-41D8-8F05-45B83514D612}" dt="2026-07-12T15:59:15.306" v="286" actId="313"/>
          <ac:spMkLst>
            <pc:docMk/>
            <pc:sldMk cId="3616442810" sldId="271"/>
            <ac:spMk id="2" creationId="{223E1F90-D949-5536-28D5-8FCEBB4994AD}"/>
          </ac:spMkLst>
        </pc:spChg>
        <pc:spChg chg="mod">
          <ac:chgData name="Yuvaraazz Pujari" userId="70d1007fcc508aea" providerId="LiveId" clId="{4D23C559-1701-41D8-8F05-45B83514D612}" dt="2026-07-12T16:03:24.870" v="336" actId="403"/>
          <ac:spMkLst>
            <pc:docMk/>
            <pc:sldMk cId="3616442810" sldId="271"/>
            <ac:spMk id="3" creationId="{E3DA1380-8F8B-7AD9-BD73-D666DBFC19CE}"/>
          </ac:spMkLst>
        </pc:spChg>
      </pc:sldChg>
      <pc:sldChg chg="addSp delSp modSp new mod modTransition">
        <pc:chgData name="Yuvaraazz Pujari" userId="70d1007fcc508aea" providerId="LiveId" clId="{4D23C559-1701-41D8-8F05-45B83514D612}" dt="2026-07-12T17:12:43.034" v="994" actId="368"/>
        <pc:sldMkLst>
          <pc:docMk/>
          <pc:sldMk cId="3834701682" sldId="272"/>
        </pc:sldMkLst>
        <pc:spChg chg="del">
          <ac:chgData name="Yuvaraazz Pujari" userId="70d1007fcc508aea" providerId="LiveId" clId="{4D23C559-1701-41D8-8F05-45B83514D612}" dt="2026-07-12T16:53:17.185" v="843" actId="478"/>
          <ac:spMkLst>
            <pc:docMk/>
            <pc:sldMk cId="3834701682" sldId="272"/>
            <ac:spMk id="2" creationId="{A1C36C31-31FD-AEB3-34FE-DD44D1000F1C}"/>
          </ac:spMkLst>
        </pc:spChg>
        <pc:spChg chg="del">
          <ac:chgData name="Yuvaraazz Pujari" userId="70d1007fcc508aea" providerId="LiveId" clId="{4D23C559-1701-41D8-8F05-45B83514D612}" dt="2026-07-12T16:53:19.699" v="844" actId="478"/>
          <ac:spMkLst>
            <pc:docMk/>
            <pc:sldMk cId="3834701682" sldId="272"/>
            <ac:spMk id="3" creationId="{F511319E-1EE6-9C92-6927-F31670D1FF2F}"/>
          </ac:spMkLst>
        </pc:spChg>
        <pc:spChg chg="add del mod">
          <ac:chgData name="Yuvaraazz Pujari" userId="70d1007fcc508aea" providerId="LiveId" clId="{4D23C559-1701-41D8-8F05-45B83514D612}" dt="2026-07-12T16:54:23.617" v="883" actId="478"/>
          <ac:spMkLst>
            <pc:docMk/>
            <pc:sldMk cId="3834701682" sldId="272"/>
            <ac:spMk id="4" creationId="{F7C07AF4-717B-E9C4-A28C-E0E78713BF35}"/>
          </ac:spMkLst>
        </pc:spChg>
        <pc:spChg chg="add mod">
          <ac:chgData name="Yuvaraazz Pujari" userId="70d1007fcc508aea" providerId="LiveId" clId="{4D23C559-1701-41D8-8F05-45B83514D612}" dt="2026-07-12T17:12:43.034" v="994" actId="368"/>
          <ac:spMkLst>
            <pc:docMk/>
            <pc:sldMk cId="3834701682" sldId="272"/>
            <ac:spMk id="5" creationId="{AC827291-0A21-5D76-0685-12930F738B99}"/>
          </ac:spMkLst>
        </pc:spChg>
      </pc:sldChg>
      <pc:sldMasterChg chg="modTransition modSldLayout">
        <pc:chgData name="Yuvaraazz Pujari" userId="70d1007fcc508aea" providerId="LiveId" clId="{4D23C559-1701-41D8-8F05-45B83514D612}" dt="2026-07-12T17:08:55.033" v="983"/>
        <pc:sldMasterMkLst>
          <pc:docMk/>
          <pc:sldMasterMk cId="2999894454" sldId="2147483856"/>
        </pc:sldMasterMkLst>
        <pc:sldLayoutChg chg="modTransition">
          <pc:chgData name="Yuvaraazz Pujari" userId="70d1007fcc508aea" providerId="LiveId" clId="{4D23C559-1701-41D8-8F05-45B83514D612}" dt="2026-07-12T17:08:55.033" v="983"/>
          <pc:sldLayoutMkLst>
            <pc:docMk/>
            <pc:sldMasterMk cId="2999894454" sldId="2147483856"/>
            <pc:sldLayoutMk cId="1993827211" sldId="2147483857"/>
          </pc:sldLayoutMkLst>
        </pc:sldLayoutChg>
        <pc:sldLayoutChg chg="modTransition">
          <pc:chgData name="Yuvaraazz Pujari" userId="70d1007fcc508aea" providerId="LiveId" clId="{4D23C559-1701-41D8-8F05-45B83514D612}" dt="2026-07-12T17:08:55.033" v="983"/>
          <pc:sldLayoutMkLst>
            <pc:docMk/>
            <pc:sldMasterMk cId="2999894454" sldId="2147483856"/>
            <pc:sldLayoutMk cId="2703154458" sldId="2147483858"/>
          </pc:sldLayoutMkLst>
        </pc:sldLayoutChg>
        <pc:sldLayoutChg chg="modTransition">
          <pc:chgData name="Yuvaraazz Pujari" userId="70d1007fcc508aea" providerId="LiveId" clId="{4D23C559-1701-41D8-8F05-45B83514D612}" dt="2026-07-12T17:08:55.033" v="983"/>
          <pc:sldLayoutMkLst>
            <pc:docMk/>
            <pc:sldMasterMk cId="2999894454" sldId="2147483856"/>
            <pc:sldLayoutMk cId="2041851519" sldId="2147483859"/>
          </pc:sldLayoutMkLst>
        </pc:sldLayoutChg>
        <pc:sldLayoutChg chg="modTransition">
          <pc:chgData name="Yuvaraazz Pujari" userId="70d1007fcc508aea" providerId="LiveId" clId="{4D23C559-1701-41D8-8F05-45B83514D612}" dt="2026-07-12T17:08:55.033" v="983"/>
          <pc:sldLayoutMkLst>
            <pc:docMk/>
            <pc:sldMasterMk cId="2999894454" sldId="2147483856"/>
            <pc:sldLayoutMk cId="3289291612" sldId="2147483860"/>
          </pc:sldLayoutMkLst>
        </pc:sldLayoutChg>
        <pc:sldLayoutChg chg="modTransition">
          <pc:chgData name="Yuvaraazz Pujari" userId="70d1007fcc508aea" providerId="LiveId" clId="{4D23C559-1701-41D8-8F05-45B83514D612}" dt="2026-07-12T17:08:55.033" v="983"/>
          <pc:sldLayoutMkLst>
            <pc:docMk/>
            <pc:sldMasterMk cId="2999894454" sldId="2147483856"/>
            <pc:sldLayoutMk cId="3618472766" sldId="2147483861"/>
          </pc:sldLayoutMkLst>
        </pc:sldLayoutChg>
        <pc:sldLayoutChg chg="modTransition">
          <pc:chgData name="Yuvaraazz Pujari" userId="70d1007fcc508aea" providerId="LiveId" clId="{4D23C559-1701-41D8-8F05-45B83514D612}" dt="2026-07-12T17:08:55.033" v="983"/>
          <pc:sldLayoutMkLst>
            <pc:docMk/>
            <pc:sldMasterMk cId="2999894454" sldId="2147483856"/>
            <pc:sldLayoutMk cId="4260968598" sldId="2147483862"/>
          </pc:sldLayoutMkLst>
        </pc:sldLayoutChg>
        <pc:sldLayoutChg chg="modTransition">
          <pc:chgData name="Yuvaraazz Pujari" userId="70d1007fcc508aea" providerId="LiveId" clId="{4D23C559-1701-41D8-8F05-45B83514D612}" dt="2026-07-12T17:08:55.033" v="983"/>
          <pc:sldLayoutMkLst>
            <pc:docMk/>
            <pc:sldMasterMk cId="2999894454" sldId="2147483856"/>
            <pc:sldLayoutMk cId="919747703" sldId="2147483863"/>
          </pc:sldLayoutMkLst>
        </pc:sldLayoutChg>
        <pc:sldLayoutChg chg="modTransition">
          <pc:chgData name="Yuvaraazz Pujari" userId="70d1007fcc508aea" providerId="LiveId" clId="{4D23C559-1701-41D8-8F05-45B83514D612}" dt="2026-07-12T17:08:55.033" v="983"/>
          <pc:sldLayoutMkLst>
            <pc:docMk/>
            <pc:sldMasterMk cId="2999894454" sldId="2147483856"/>
            <pc:sldLayoutMk cId="3354815064" sldId="2147483864"/>
          </pc:sldLayoutMkLst>
        </pc:sldLayoutChg>
        <pc:sldLayoutChg chg="modTransition">
          <pc:chgData name="Yuvaraazz Pujari" userId="70d1007fcc508aea" providerId="LiveId" clId="{4D23C559-1701-41D8-8F05-45B83514D612}" dt="2026-07-12T17:08:55.033" v="983"/>
          <pc:sldLayoutMkLst>
            <pc:docMk/>
            <pc:sldMasterMk cId="2999894454" sldId="2147483856"/>
            <pc:sldLayoutMk cId="1914931977" sldId="2147483865"/>
          </pc:sldLayoutMkLst>
        </pc:sldLayoutChg>
        <pc:sldLayoutChg chg="modTransition">
          <pc:chgData name="Yuvaraazz Pujari" userId="70d1007fcc508aea" providerId="LiveId" clId="{4D23C559-1701-41D8-8F05-45B83514D612}" dt="2026-07-12T17:08:55.033" v="983"/>
          <pc:sldLayoutMkLst>
            <pc:docMk/>
            <pc:sldMasterMk cId="2999894454" sldId="2147483856"/>
            <pc:sldLayoutMk cId="3377513656" sldId="2147483866"/>
          </pc:sldLayoutMkLst>
        </pc:sldLayoutChg>
        <pc:sldLayoutChg chg="modTransition">
          <pc:chgData name="Yuvaraazz Pujari" userId="70d1007fcc508aea" providerId="LiveId" clId="{4D23C559-1701-41D8-8F05-45B83514D612}" dt="2026-07-12T17:08:55.033" v="983"/>
          <pc:sldLayoutMkLst>
            <pc:docMk/>
            <pc:sldMasterMk cId="2999894454" sldId="2147483856"/>
            <pc:sldLayoutMk cId="1720688750" sldId="2147483867"/>
          </pc:sldLayoutMkLst>
        </pc:sldLayoutChg>
        <pc:sldLayoutChg chg="modTransition">
          <pc:chgData name="Yuvaraazz Pujari" userId="70d1007fcc508aea" providerId="LiveId" clId="{4D23C559-1701-41D8-8F05-45B83514D612}" dt="2026-07-12T17:08:55.033" v="983"/>
          <pc:sldLayoutMkLst>
            <pc:docMk/>
            <pc:sldMasterMk cId="2999894454" sldId="2147483856"/>
            <pc:sldLayoutMk cId="4067289681" sldId="2147483868"/>
          </pc:sldLayoutMkLst>
        </pc:sldLayoutChg>
        <pc:sldLayoutChg chg="modTransition">
          <pc:chgData name="Yuvaraazz Pujari" userId="70d1007fcc508aea" providerId="LiveId" clId="{4D23C559-1701-41D8-8F05-45B83514D612}" dt="2026-07-12T17:08:55.033" v="983"/>
          <pc:sldLayoutMkLst>
            <pc:docMk/>
            <pc:sldMasterMk cId="2999894454" sldId="2147483856"/>
            <pc:sldLayoutMk cId="3038262301" sldId="2147483869"/>
          </pc:sldLayoutMkLst>
        </pc:sldLayoutChg>
        <pc:sldLayoutChg chg="modTransition">
          <pc:chgData name="Yuvaraazz Pujari" userId="70d1007fcc508aea" providerId="LiveId" clId="{4D23C559-1701-41D8-8F05-45B83514D612}" dt="2026-07-12T17:08:55.033" v="983"/>
          <pc:sldLayoutMkLst>
            <pc:docMk/>
            <pc:sldMasterMk cId="2999894454" sldId="2147483856"/>
            <pc:sldLayoutMk cId="351719771" sldId="2147483870"/>
          </pc:sldLayoutMkLst>
        </pc:sldLayoutChg>
        <pc:sldLayoutChg chg="modTransition">
          <pc:chgData name="Yuvaraazz Pujari" userId="70d1007fcc508aea" providerId="LiveId" clId="{4D23C559-1701-41D8-8F05-45B83514D612}" dt="2026-07-12T17:08:55.033" v="983"/>
          <pc:sldLayoutMkLst>
            <pc:docMk/>
            <pc:sldMasterMk cId="2999894454" sldId="2147483856"/>
            <pc:sldLayoutMk cId="2758089072" sldId="2147483871"/>
          </pc:sldLayoutMkLst>
        </pc:sldLayoutChg>
        <pc:sldLayoutChg chg="modTransition">
          <pc:chgData name="Yuvaraazz Pujari" userId="70d1007fcc508aea" providerId="LiveId" clId="{4D23C559-1701-41D8-8F05-45B83514D612}" dt="2026-07-12T17:08:55.033" v="983"/>
          <pc:sldLayoutMkLst>
            <pc:docMk/>
            <pc:sldMasterMk cId="2999894454" sldId="2147483856"/>
            <pc:sldLayoutMk cId="2744090439" sldId="2147483872"/>
          </pc:sldLayoutMkLst>
        </pc:sldLayoutChg>
        <pc:sldLayoutChg chg="modTransition">
          <pc:chgData name="Yuvaraazz Pujari" userId="70d1007fcc508aea" providerId="LiveId" clId="{4D23C559-1701-41D8-8F05-45B83514D612}" dt="2026-07-12T17:08:55.033" v="983"/>
          <pc:sldLayoutMkLst>
            <pc:docMk/>
            <pc:sldMasterMk cId="2999894454" sldId="2147483856"/>
            <pc:sldLayoutMk cId="2693375153" sldId="2147483873"/>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A73E713-F20A-4DDC-A352-3FB458CBDD65}" type="datetimeFigureOut">
              <a:rPr lang="en-IN" smtClean="0"/>
              <a:t>13-07-2026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7E4954A-7A8D-4640-A6C9-3EB144C8D32C}" type="slidenum">
              <a:rPr lang="en-IN" smtClean="0"/>
              <a:t>‹#›</a:t>
            </a:fld>
            <a:endParaRPr lang="en-IN"/>
          </a:p>
        </p:txBody>
      </p:sp>
    </p:spTree>
    <p:extLst>
      <p:ext uri="{BB962C8B-B14F-4D97-AF65-F5344CB8AC3E}">
        <p14:creationId xmlns:p14="http://schemas.microsoft.com/office/powerpoint/2010/main" val="1993827211"/>
      </p:ext>
    </p:extLst>
  </p:cSld>
  <p:clrMapOvr>
    <a:masterClrMapping/>
  </p:clrMapOvr>
  <p:transition spd="slow">
    <p:push dir="u"/>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A73E713-F20A-4DDC-A352-3FB458CBDD65}" type="datetimeFigureOut">
              <a:rPr lang="en-IN" smtClean="0"/>
              <a:t>13-07-2026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7E4954A-7A8D-4640-A6C9-3EB144C8D32C}" type="slidenum">
              <a:rPr lang="en-IN" smtClean="0"/>
              <a:t>‹#›</a:t>
            </a:fld>
            <a:endParaRPr lang="en-IN"/>
          </a:p>
        </p:txBody>
      </p:sp>
    </p:spTree>
    <p:extLst>
      <p:ext uri="{BB962C8B-B14F-4D97-AF65-F5344CB8AC3E}">
        <p14:creationId xmlns:p14="http://schemas.microsoft.com/office/powerpoint/2010/main" val="2703154458"/>
      </p:ext>
    </p:extLst>
  </p:cSld>
  <p:clrMapOvr>
    <a:masterClrMapping/>
  </p:clrMapOvr>
  <p:transition spd="slow">
    <p:push dir="u"/>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A73E713-F20A-4DDC-A352-3FB458CBDD65}" type="datetimeFigureOut">
              <a:rPr lang="en-IN" smtClean="0"/>
              <a:t>13-07-2026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7E4954A-7A8D-4640-A6C9-3EB144C8D32C}" type="slidenum">
              <a:rPr lang="en-IN" smtClean="0"/>
              <a:t>‹#›</a:t>
            </a:fld>
            <a:endParaRPr lang="en-IN"/>
          </a:p>
        </p:txBody>
      </p:sp>
    </p:spTree>
    <p:extLst>
      <p:ext uri="{BB962C8B-B14F-4D97-AF65-F5344CB8AC3E}">
        <p14:creationId xmlns:p14="http://schemas.microsoft.com/office/powerpoint/2010/main" val="2041851519"/>
      </p:ext>
    </p:extLst>
  </p:cSld>
  <p:clrMapOvr>
    <a:masterClrMapping/>
  </p:clrMapOvr>
  <p:transition spd="slow">
    <p:push dir="u"/>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A73E713-F20A-4DDC-A352-3FB458CBDD65}" type="datetimeFigureOut">
              <a:rPr lang="en-IN" smtClean="0"/>
              <a:t>13-07-2026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7E4954A-7A8D-4640-A6C9-3EB144C8D32C}" type="slidenum">
              <a:rPr lang="en-IN" smtClean="0"/>
              <a:t>‹#›</a:t>
            </a:fld>
            <a:endParaRPr lang="en-IN"/>
          </a:p>
        </p:txBody>
      </p:sp>
    </p:spTree>
    <p:extLst>
      <p:ext uri="{BB962C8B-B14F-4D97-AF65-F5344CB8AC3E}">
        <p14:creationId xmlns:p14="http://schemas.microsoft.com/office/powerpoint/2010/main" val="3289291612"/>
      </p:ext>
    </p:extLst>
  </p:cSld>
  <p:clrMapOvr>
    <a:masterClrMapping/>
  </p:clrMapOvr>
  <p:transition spd="slow">
    <p:push dir="u"/>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A73E713-F20A-4DDC-A352-3FB458CBDD65}" type="datetimeFigureOut">
              <a:rPr lang="en-IN" smtClean="0"/>
              <a:t>13-07-2026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7E4954A-7A8D-4640-A6C9-3EB144C8D32C}" type="slidenum">
              <a:rPr lang="en-IN" smtClean="0"/>
              <a:t>‹#›</a:t>
            </a:fld>
            <a:endParaRPr lang="en-IN"/>
          </a:p>
        </p:txBody>
      </p:sp>
    </p:spTree>
    <p:extLst>
      <p:ext uri="{BB962C8B-B14F-4D97-AF65-F5344CB8AC3E}">
        <p14:creationId xmlns:p14="http://schemas.microsoft.com/office/powerpoint/2010/main" val="3618472766"/>
      </p:ext>
    </p:extLst>
  </p:cSld>
  <p:clrMapOvr>
    <a:masterClrMapping/>
  </p:clrMapOvr>
  <p:transition spd="slow">
    <p:push dir="u"/>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A73E713-F20A-4DDC-A352-3FB458CBDD65}" type="datetimeFigureOut">
              <a:rPr lang="en-IN" smtClean="0"/>
              <a:t>13-07-2026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7E4954A-7A8D-4640-A6C9-3EB144C8D32C}" type="slidenum">
              <a:rPr lang="en-IN" smtClean="0"/>
              <a:t>‹#›</a:t>
            </a:fld>
            <a:endParaRPr lang="en-IN"/>
          </a:p>
        </p:txBody>
      </p:sp>
    </p:spTree>
    <p:extLst>
      <p:ext uri="{BB962C8B-B14F-4D97-AF65-F5344CB8AC3E}">
        <p14:creationId xmlns:p14="http://schemas.microsoft.com/office/powerpoint/2010/main" val="4260968598"/>
      </p:ext>
    </p:extLst>
  </p:cSld>
  <p:clrMapOvr>
    <a:masterClrMapping/>
  </p:clrMapOvr>
  <p:transition spd="slow">
    <p:push dir="u"/>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A73E713-F20A-4DDC-A352-3FB458CBDD65}" type="datetimeFigureOut">
              <a:rPr lang="en-IN" smtClean="0"/>
              <a:t>13-07-2026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7E4954A-7A8D-4640-A6C9-3EB144C8D32C}" type="slidenum">
              <a:rPr lang="en-IN" smtClean="0"/>
              <a:t>‹#›</a:t>
            </a:fld>
            <a:endParaRPr lang="en-IN"/>
          </a:p>
        </p:txBody>
      </p:sp>
    </p:spTree>
    <p:extLst>
      <p:ext uri="{BB962C8B-B14F-4D97-AF65-F5344CB8AC3E}">
        <p14:creationId xmlns:p14="http://schemas.microsoft.com/office/powerpoint/2010/main" val="919747703"/>
      </p:ext>
    </p:extLst>
  </p:cSld>
  <p:clrMapOvr>
    <a:masterClrMapping/>
  </p:clrMapOvr>
  <p:transition spd="slow">
    <p:push dir="u"/>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A73E713-F20A-4DDC-A352-3FB458CBDD65}" type="datetimeFigureOut">
              <a:rPr lang="en-IN" smtClean="0"/>
              <a:t>13-07-2026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7E4954A-7A8D-4640-A6C9-3EB144C8D32C}" type="slidenum">
              <a:rPr lang="en-IN" smtClean="0"/>
              <a:t>‹#›</a:t>
            </a:fld>
            <a:endParaRPr lang="en-IN"/>
          </a:p>
        </p:txBody>
      </p:sp>
    </p:spTree>
    <p:extLst>
      <p:ext uri="{BB962C8B-B14F-4D97-AF65-F5344CB8AC3E}">
        <p14:creationId xmlns:p14="http://schemas.microsoft.com/office/powerpoint/2010/main" val="3354815064"/>
      </p:ext>
    </p:extLst>
  </p:cSld>
  <p:clrMapOvr>
    <a:masterClrMapping/>
  </p:clrMapOvr>
  <p:transition spd="slow">
    <p:push dir="u"/>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A73E713-F20A-4DDC-A352-3FB458CBDD65}" type="datetimeFigureOut">
              <a:rPr lang="en-IN" smtClean="0"/>
              <a:t>13-07-2026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7E4954A-7A8D-4640-A6C9-3EB144C8D32C}" type="slidenum">
              <a:rPr lang="en-IN" smtClean="0"/>
              <a:t>‹#›</a:t>
            </a:fld>
            <a:endParaRPr lang="en-IN"/>
          </a:p>
        </p:txBody>
      </p:sp>
    </p:spTree>
    <p:extLst>
      <p:ext uri="{BB962C8B-B14F-4D97-AF65-F5344CB8AC3E}">
        <p14:creationId xmlns:p14="http://schemas.microsoft.com/office/powerpoint/2010/main" val="1914931977"/>
      </p:ext>
    </p:extLst>
  </p:cSld>
  <p:clrMapOvr>
    <a:masterClrMapping/>
  </p:clrMapOvr>
  <p:transition spd="slow">
    <p:push dir="u"/>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A73E713-F20A-4DDC-A352-3FB458CBDD65}" type="datetimeFigureOut">
              <a:rPr lang="en-IN" smtClean="0"/>
              <a:t>13-07-2026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7E4954A-7A8D-4640-A6C9-3EB144C8D32C}" type="slidenum">
              <a:rPr lang="en-IN" smtClean="0"/>
              <a:t>‹#›</a:t>
            </a:fld>
            <a:endParaRPr lang="en-IN"/>
          </a:p>
        </p:txBody>
      </p:sp>
    </p:spTree>
    <p:extLst>
      <p:ext uri="{BB962C8B-B14F-4D97-AF65-F5344CB8AC3E}">
        <p14:creationId xmlns:p14="http://schemas.microsoft.com/office/powerpoint/2010/main" val="3377513656"/>
      </p:ext>
    </p:extLst>
  </p:cSld>
  <p:clrMapOvr>
    <a:masterClrMapping/>
  </p:clrMapOvr>
  <p:transition spd="slow">
    <p:push dir="u"/>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A73E713-F20A-4DDC-A352-3FB458CBDD65}" type="datetimeFigureOut">
              <a:rPr lang="en-IN" smtClean="0"/>
              <a:t>13-07-2026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7E4954A-7A8D-4640-A6C9-3EB144C8D32C}" type="slidenum">
              <a:rPr lang="en-IN" smtClean="0"/>
              <a:t>‹#›</a:t>
            </a:fld>
            <a:endParaRPr lang="en-IN"/>
          </a:p>
        </p:txBody>
      </p:sp>
    </p:spTree>
    <p:extLst>
      <p:ext uri="{BB962C8B-B14F-4D97-AF65-F5344CB8AC3E}">
        <p14:creationId xmlns:p14="http://schemas.microsoft.com/office/powerpoint/2010/main" val="1720688750"/>
      </p:ext>
    </p:extLst>
  </p:cSld>
  <p:clrMapOvr>
    <a:masterClrMapping/>
  </p:clrMapOvr>
  <p:transition spd="slow">
    <p:push dir="u"/>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A73E713-F20A-4DDC-A352-3FB458CBDD65}" type="datetimeFigureOut">
              <a:rPr lang="en-IN" smtClean="0"/>
              <a:t>13-07-2026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7E4954A-7A8D-4640-A6C9-3EB144C8D32C}" type="slidenum">
              <a:rPr lang="en-IN" smtClean="0"/>
              <a:t>‹#›</a:t>
            </a:fld>
            <a:endParaRPr lang="en-IN"/>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067289681"/>
      </p:ext>
    </p:extLst>
  </p:cSld>
  <p:clrMapOvr>
    <a:masterClrMapping/>
  </p:clrMapOvr>
  <p:transition spd="slow">
    <p:push dir="u"/>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A73E713-F20A-4DDC-A352-3FB458CBDD65}" type="datetimeFigureOut">
              <a:rPr lang="en-IN" smtClean="0"/>
              <a:t>13-07-2026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7E4954A-7A8D-4640-A6C9-3EB144C8D32C}" type="slidenum">
              <a:rPr lang="en-IN" smtClean="0"/>
              <a:t>‹#›</a:t>
            </a:fld>
            <a:endParaRPr lang="en-IN"/>
          </a:p>
        </p:txBody>
      </p:sp>
    </p:spTree>
    <p:extLst>
      <p:ext uri="{BB962C8B-B14F-4D97-AF65-F5344CB8AC3E}">
        <p14:creationId xmlns:p14="http://schemas.microsoft.com/office/powerpoint/2010/main" val="3038262301"/>
      </p:ext>
    </p:extLst>
  </p:cSld>
  <p:clrMapOvr>
    <a:masterClrMapping/>
  </p:clrMapOvr>
  <p:transition spd="slow">
    <p:push dir="u"/>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9A73E713-F20A-4DDC-A352-3FB458CBDD65}" type="datetimeFigureOut">
              <a:rPr lang="en-IN" smtClean="0"/>
              <a:t>13-07-2026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7E4954A-7A8D-4640-A6C9-3EB144C8D32C}" type="slidenum">
              <a:rPr lang="en-IN" smtClean="0"/>
              <a:t>‹#›</a:t>
            </a:fld>
            <a:endParaRPr lang="en-IN"/>
          </a:p>
        </p:txBody>
      </p:sp>
    </p:spTree>
    <p:extLst>
      <p:ext uri="{BB962C8B-B14F-4D97-AF65-F5344CB8AC3E}">
        <p14:creationId xmlns:p14="http://schemas.microsoft.com/office/powerpoint/2010/main" val="351719771"/>
      </p:ext>
    </p:extLst>
  </p:cSld>
  <p:clrMapOvr>
    <a:masterClrMapping/>
  </p:clrMapOvr>
  <p:transition spd="slow">
    <p:push dir="u"/>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9A73E713-F20A-4DDC-A352-3FB458CBDD65}" type="datetimeFigureOut">
              <a:rPr lang="en-IN" smtClean="0"/>
              <a:t>13-07-2026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7E4954A-7A8D-4640-A6C9-3EB144C8D32C}" type="slidenum">
              <a:rPr lang="en-IN" smtClean="0"/>
              <a:t>‹#›</a:t>
            </a:fld>
            <a:endParaRPr lang="en-IN"/>
          </a:p>
        </p:txBody>
      </p:sp>
    </p:spTree>
    <p:extLst>
      <p:ext uri="{BB962C8B-B14F-4D97-AF65-F5344CB8AC3E}">
        <p14:creationId xmlns:p14="http://schemas.microsoft.com/office/powerpoint/2010/main" val="2758089072"/>
      </p:ext>
    </p:extLst>
  </p:cSld>
  <p:clrMapOvr>
    <a:masterClrMapping/>
  </p:clrMapOvr>
  <p:transition spd="slow">
    <p:push dir="u"/>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A73E713-F20A-4DDC-A352-3FB458CBDD65}" type="datetimeFigureOut">
              <a:rPr lang="en-IN" smtClean="0"/>
              <a:t>13-07-2026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7E4954A-7A8D-4640-A6C9-3EB144C8D32C}" type="slidenum">
              <a:rPr lang="en-IN" smtClean="0"/>
              <a:t>‹#›</a:t>
            </a:fld>
            <a:endParaRPr lang="en-IN"/>
          </a:p>
        </p:txBody>
      </p:sp>
    </p:spTree>
    <p:extLst>
      <p:ext uri="{BB962C8B-B14F-4D97-AF65-F5344CB8AC3E}">
        <p14:creationId xmlns:p14="http://schemas.microsoft.com/office/powerpoint/2010/main" val="2744090439"/>
      </p:ext>
    </p:extLst>
  </p:cSld>
  <p:clrMapOvr>
    <a:masterClrMapping/>
  </p:clrMapOvr>
  <p:transition spd="slow">
    <p:push dir="u"/>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A73E713-F20A-4DDC-A352-3FB458CBDD65}" type="datetimeFigureOut">
              <a:rPr lang="en-IN" smtClean="0"/>
              <a:t>13-07-2026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7E4954A-7A8D-4640-A6C9-3EB144C8D32C}" type="slidenum">
              <a:rPr lang="en-IN" smtClean="0"/>
              <a:t>‹#›</a:t>
            </a:fld>
            <a:endParaRPr lang="en-IN"/>
          </a:p>
        </p:txBody>
      </p:sp>
    </p:spTree>
    <p:extLst>
      <p:ext uri="{BB962C8B-B14F-4D97-AF65-F5344CB8AC3E}">
        <p14:creationId xmlns:p14="http://schemas.microsoft.com/office/powerpoint/2010/main" val="2693375153"/>
      </p:ext>
    </p:extLst>
  </p:cSld>
  <p:clrMapOvr>
    <a:masterClrMapping/>
  </p:clrMapOvr>
  <p:transition spd="slow">
    <p:push dir="u"/>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9A73E713-F20A-4DDC-A352-3FB458CBDD65}" type="datetimeFigureOut">
              <a:rPr lang="en-IN" smtClean="0"/>
              <a:t>13-07-2026</a:t>
            </a:fld>
            <a:endParaRPr lang="en-IN"/>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27E4954A-7A8D-4640-A6C9-3EB144C8D32C}" type="slidenum">
              <a:rPr lang="en-IN" smtClean="0"/>
              <a:t>‹#›</a:t>
            </a:fld>
            <a:endParaRPr lang="en-IN"/>
          </a:p>
        </p:txBody>
      </p:sp>
    </p:spTree>
    <p:extLst>
      <p:ext uri="{BB962C8B-B14F-4D97-AF65-F5344CB8AC3E}">
        <p14:creationId xmlns:p14="http://schemas.microsoft.com/office/powerpoint/2010/main" val="2999894454"/>
      </p:ext>
    </p:extLst>
  </p:cSld>
  <p:clrMap bg1="dk1" tx1="lt1" bg2="dk2" tx2="lt2" accent1="accent1" accent2="accent2" accent3="accent3" accent4="accent4" accent5="accent5" accent6="accent6" hlink="hlink" folHlink="folHlink"/>
  <p:sldLayoutIdLst>
    <p:sldLayoutId id="2147483857" r:id="rId1"/>
    <p:sldLayoutId id="2147483858" r:id="rId2"/>
    <p:sldLayoutId id="2147483859" r:id="rId3"/>
    <p:sldLayoutId id="2147483860" r:id="rId4"/>
    <p:sldLayoutId id="2147483861" r:id="rId5"/>
    <p:sldLayoutId id="2147483862" r:id="rId6"/>
    <p:sldLayoutId id="2147483863" r:id="rId7"/>
    <p:sldLayoutId id="2147483864" r:id="rId8"/>
    <p:sldLayoutId id="2147483865" r:id="rId9"/>
    <p:sldLayoutId id="2147483866" r:id="rId10"/>
    <p:sldLayoutId id="2147483867" r:id="rId11"/>
    <p:sldLayoutId id="2147483868" r:id="rId12"/>
    <p:sldLayoutId id="2147483869" r:id="rId13"/>
    <p:sldLayoutId id="2147483870" r:id="rId14"/>
    <p:sldLayoutId id="2147483871" r:id="rId15"/>
    <p:sldLayoutId id="2147483872" r:id="rId16"/>
    <p:sldLayoutId id="2147483873" r:id="rId17"/>
  </p:sldLayoutIdLst>
  <p:transition spd="slow">
    <p:push dir="u"/>
  </p:transition>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yuvaexam.co.in/"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DD3EAD-1F5E-AD9C-B3B6-85B9053318E2}"/>
              </a:ext>
            </a:extLst>
          </p:cNvPr>
          <p:cNvSpPr>
            <a:spLocks noGrp="1"/>
          </p:cNvSpPr>
          <p:nvPr>
            <p:ph type="ctrTitle"/>
          </p:nvPr>
        </p:nvSpPr>
        <p:spPr>
          <a:xfrm>
            <a:off x="1638300" y="-564463"/>
            <a:ext cx="8915399" cy="2262781"/>
          </a:xfrm>
        </p:spPr>
        <p:txBody>
          <a:bodyPr>
            <a:noAutofit/>
          </a:bodyPr>
          <a:lstStyle/>
          <a:p>
            <a:r>
              <a:rPr lang="en-IN" sz="4000" b="1" dirty="0">
                <a:latin typeface="Cambria" panose="02040503050406030204" pitchFamily="18" charset="0"/>
                <a:ea typeface="Cambria" panose="02040503050406030204" pitchFamily="18" charset="0"/>
              </a:rPr>
              <a:t>Cloud-Based Three-Tier Web Application Deployment </a:t>
            </a:r>
            <a:br>
              <a:rPr lang="en-IN" sz="4000" b="1" dirty="0">
                <a:latin typeface="Cambria" panose="02040503050406030204" pitchFamily="18" charset="0"/>
                <a:ea typeface="Cambria" panose="02040503050406030204" pitchFamily="18" charset="0"/>
              </a:rPr>
            </a:br>
            <a:r>
              <a:rPr lang="en-IN" sz="1800" b="0" dirty="0">
                <a:latin typeface="Cambria" panose="02040503050406030204" pitchFamily="18" charset="0"/>
                <a:ea typeface="Cambria" panose="02040503050406030204" pitchFamily="18" charset="0"/>
              </a:rPr>
              <a:t>for an Online Examination Portal Using AWS Services</a:t>
            </a:r>
            <a:endParaRPr lang="en-IN" sz="4000" b="0" dirty="0">
              <a:latin typeface="Cambria" panose="02040503050406030204" pitchFamily="18" charset="0"/>
              <a:ea typeface="Cambria" panose="02040503050406030204" pitchFamily="18" charset="0"/>
            </a:endParaRPr>
          </a:p>
        </p:txBody>
      </p:sp>
      <p:sp>
        <p:nvSpPr>
          <p:cNvPr id="3" name="Subtitle 2">
            <a:extLst>
              <a:ext uri="{FF2B5EF4-FFF2-40B4-BE49-F238E27FC236}">
                <a16:creationId xmlns:a16="http://schemas.microsoft.com/office/drawing/2014/main" id="{150FEBFD-5B55-E362-792C-3DE912F98AE4}"/>
              </a:ext>
            </a:extLst>
          </p:cNvPr>
          <p:cNvSpPr>
            <a:spLocks noGrp="1"/>
          </p:cNvSpPr>
          <p:nvPr>
            <p:ph type="subTitle" idx="1"/>
          </p:nvPr>
        </p:nvSpPr>
        <p:spPr>
          <a:xfrm>
            <a:off x="548463" y="2354037"/>
            <a:ext cx="10731770" cy="2835066"/>
          </a:xfrm>
        </p:spPr>
        <p:txBody>
          <a:bodyPr>
            <a:normAutofit fontScale="62500" lnSpcReduction="20000"/>
          </a:bodyPr>
          <a:lstStyle/>
          <a:p>
            <a:r>
              <a:rPr lang="en-IN" dirty="0"/>
              <a:t>Presented By</a:t>
            </a:r>
          </a:p>
          <a:p>
            <a:r>
              <a:rPr lang="en-IN" dirty="0">
                <a:latin typeface="Cambria" panose="02040503050406030204" pitchFamily="18" charset="0"/>
                <a:ea typeface="Cambria" panose="02040503050406030204" pitchFamily="18" charset="0"/>
              </a:rPr>
              <a:t>PUJARI YUVARAJ,258865100045,</a:t>
            </a:r>
          </a:p>
          <a:p>
            <a:r>
              <a:rPr lang="en-IN" dirty="0">
                <a:latin typeface="Cambria" panose="02040503050406030204" pitchFamily="18" charset="0"/>
                <a:ea typeface="Cambria" panose="02040503050406030204" pitchFamily="18" charset="0"/>
              </a:rPr>
              <a:t>PRASAD,258865100039</a:t>
            </a:r>
          </a:p>
          <a:p>
            <a:r>
              <a:rPr lang="en-IN" dirty="0">
                <a:latin typeface="Cambria" panose="02040503050406030204" pitchFamily="18" charset="0"/>
                <a:ea typeface="Cambria" panose="02040503050406030204" pitchFamily="18" charset="0"/>
              </a:rPr>
              <a:t>DarmaTeja,258865100018</a:t>
            </a:r>
          </a:p>
          <a:p>
            <a:r>
              <a:rPr lang="en-IN" dirty="0">
                <a:latin typeface="Cambria" panose="02040503050406030204" pitchFamily="18" charset="0"/>
                <a:ea typeface="Cambria" panose="02040503050406030204" pitchFamily="18" charset="0"/>
              </a:rPr>
              <a:t>ManiKanta,258865100047</a:t>
            </a:r>
          </a:p>
          <a:p>
            <a:r>
              <a:rPr lang="en-IN" dirty="0">
                <a:latin typeface="Cambria" panose="02040503050406030204" pitchFamily="18" charset="0"/>
                <a:ea typeface="Cambria" panose="02040503050406030204" pitchFamily="18" charset="0"/>
              </a:rPr>
              <a:t>Venkata Krishnaarjun,258865100045</a:t>
            </a:r>
          </a:p>
          <a:p>
            <a:r>
              <a:rPr lang="en-IN" dirty="0">
                <a:latin typeface="Cambria" panose="02040503050406030204" pitchFamily="18" charset="0"/>
                <a:ea typeface="Cambria" panose="02040503050406030204" pitchFamily="18" charset="0"/>
              </a:rPr>
              <a:t>UNIVERSITY COLLEGE OF ENGINEERING ,ADHIKAVI NANNAYA UNIVERSITY(AKNU)</a:t>
            </a:r>
          </a:p>
          <a:p>
            <a:r>
              <a:rPr lang="en-IN" dirty="0">
                <a:latin typeface="Cambria" panose="02040503050406030204" pitchFamily="18" charset="0"/>
                <a:ea typeface="Cambria" panose="02040503050406030204" pitchFamily="18" charset="0"/>
              </a:rPr>
              <a:t>RAJAHMUNDRY.</a:t>
            </a:r>
          </a:p>
        </p:txBody>
      </p:sp>
    </p:spTree>
    <p:extLst>
      <p:ext uri="{BB962C8B-B14F-4D97-AF65-F5344CB8AC3E}">
        <p14:creationId xmlns:p14="http://schemas.microsoft.com/office/powerpoint/2010/main" val="2101698756"/>
      </p:ext>
    </p:extLst>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B38B64-A11C-E9F6-9A1D-EF9EA39FF78D}"/>
              </a:ext>
            </a:extLst>
          </p:cNvPr>
          <p:cNvSpPr>
            <a:spLocks noGrp="1"/>
          </p:cNvSpPr>
          <p:nvPr>
            <p:ph type="title"/>
          </p:nvPr>
        </p:nvSpPr>
        <p:spPr>
          <a:xfrm>
            <a:off x="730915" y="115824"/>
            <a:ext cx="10353761" cy="1326321"/>
          </a:xfrm>
        </p:spPr>
        <p:txBody>
          <a:bodyPr/>
          <a:lstStyle/>
          <a:p>
            <a:r>
              <a:rPr lang="en-IN" dirty="0"/>
              <a:t>AGENDA</a:t>
            </a:r>
          </a:p>
        </p:txBody>
      </p:sp>
      <p:sp>
        <p:nvSpPr>
          <p:cNvPr id="3" name="Content Placeholder 2">
            <a:extLst>
              <a:ext uri="{FF2B5EF4-FFF2-40B4-BE49-F238E27FC236}">
                <a16:creationId xmlns:a16="http://schemas.microsoft.com/office/drawing/2014/main" id="{205B10B5-6DD2-8067-84C0-A285FF82FA35}"/>
              </a:ext>
            </a:extLst>
          </p:cNvPr>
          <p:cNvSpPr>
            <a:spLocks noGrp="1"/>
          </p:cNvSpPr>
          <p:nvPr>
            <p:ph idx="1"/>
          </p:nvPr>
        </p:nvSpPr>
        <p:spPr>
          <a:xfrm>
            <a:off x="374904" y="1300536"/>
            <a:ext cx="10897977" cy="5191704"/>
          </a:xfrm>
        </p:spPr>
        <p:txBody>
          <a:bodyPr>
            <a:normAutofit/>
          </a:bodyPr>
          <a:lstStyle/>
          <a:p>
            <a:pPr marL="0" indent="0">
              <a:buNone/>
            </a:pPr>
            <a:endParaRPr lang="en-IN" b="1" dirty="0"/>
          </a:p>
          <a:p>
            <a:r>
              <a:rPr lang="en-IN" sz="2400" dirty="0">
                <a:latin typeface="Cambria" panose="02040503050406030204" pitchFamily="18" charset="0"/>
                <a:ea typeface="Cambria" panose="02040503050406030204" pitchFamily="18" charset="0"/>
              </a:rPr>
              <a:t>Introduction </a:t>
            </a:r>
          </a:p>
          <a:p>
            <a:r>
              <a:rPr lang="en-IN" sz="2400" dirty="0">
                <a:latin typeface="Cambria" panose="02040503050406030204" pitchFamily="18" charset="0"/>
                <a:ea typeface="Cambria" panose="02040503050406030204" pitchFamily="18" charset="0"/>
              </a:rPr>
              <a:t>Project Overview</a:t>
            </a:r>
          </a:p>
          <a:p>
            <a:r>
              <a:rPr lang="en-IN" sz="2400" dirty="0">
                <a:latin typeface="Cambria" panose="02040503050406030204" pitchFamily="18" charset="0"/>
                <a:ea typeface="Cambria" panose="02040503050406030204" pitchFamily="18" charset="0"/>
              </a:rPr>
              <a:t>Objectives </a:t>
            </a:r>
          </a:p>
          <a:p>
            <a:r>
              <a:rPr lang="en-IN" sz="2400" dirty="0">
                <a:latin typeface="Cambria" panose="02040503050406030204" pitchFamily="18" charset="0"/>
                <a:ea typeface="Cambria" panose="02040503050406030204" pitchFamily="18" charset="0"/>
              </a:rPr>
              <a:t>AWS Architecture </a:t>
            </a:r>
          </a:p>
          <a:p>
            <a:r>
              <a:rPr lang="en-IN" sz="2400" dirty="0">
                <a:latin typeface="Cambria" panose="02040503050406030204" pitchFamily="18" charset="0"/>
                <a:ea typeface="Cambria" panose="02040503050406030204" pitchFamily="18" charset="0"/>
              </a:rPr>
              <a:t>AWS Services Used </a:t>
            </a:r>
          </a:p>
          <a:p>
            <a:r>
              <a:rPr lang="en-IN" sz="2400" dirty="0">
                <a:latin typeface="Cambria" panose="02040503050406030204" pitchFamily="18" charset="0"/>
                <a:ea typeface="Cambria" panose="02040503050406030204" pitchFamily="18" charset="0"/>
              </a:rPr>
              <a:t>Implementation </a:t>
            </a:r>
          </a:p>
          <a:p>
            <a:r>
              <a:rPr lang="en-IN" sz="2400" dirty="0">
                <a:latin typeface="Cambria" panose="02040503050406030204" pitchFamily="18" charset="0"/>
                <a:ea typeface="Cambria" panose="02040503050406030204" pitchFamily="18" charset="0"/>
              </a:rPr>
              <a:t>Advantages </a:t>
            </a:r>
          </a:p>
          <a:p>
            <a:r>
              <a:rPr lang="en-IN" sz="2400" dirty="0">
                <a:latin typeface="Cambria" panose="02040503050406030204" pitchFamily="18" charset="0"/>
                <a:ea typeface="Cambria" panose="02040503050406030204" pitchFamily="18" charset="0"/>
              </a:rPr>
              <a:t>Conclusion</a:t>
            </a:r>
          </a:p>
          <a:p>
            <a:endParaRPr lang="en-IN" dirty="0"/>
          </a:p>
        </p:txBody>
      </p:sp>
    </p:spTree>
    <p:extLst>
      <p:ext uri="{BB962C8B-B14F-4D97-AF65-F5344CB8AC3E}">
        <p14:creationId xmlns:p14="http://schemas.microsoft.com/office/powerpoint/2010/main" val="17835425"/>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3E1F90-D949-5536-28D5-8FCEBB4994AD}"/>
              </a:ext>
            </a:extLst>
          </p:cNvPr>
          <p:cNvSpPr>
            <a:spLocks noGrp="1"/>
          </p:cNvSpPr>
          <p:nvPr>
            <p:ph type="title"/>
          </p:nvPr>
        </p:nvSpPr>
        <p:spPr/>
        <p:txBody>
          <a:bodyPr/>
          <a:lstStyle/>
          <a:p>
            <a:r>
              <a:rPr lang="en-IN" dirty="0"/>
              <a:t>Introduction</a:t>
            </a:r>
          </a:p>
        </p:txBody>
      </p:sp>
      <p:sp>
        <p:nvSpPr>
          <p:cNvPr id="3" name="Content Placeholder 2">
            <a:extLst>
              <a:ext uri="{FF2B5EF4-FFF2-40B4-BE49-F238E27FC236}">
                <a16:creationId xmlns:a16="http://schemas.microsoft.com/office/drawing/2014/main" id="{E3DA1380-8F8B-7AD9-BD73-D666DBFC19CE}"/>
              </a:ext>
            </a:extLst>
          </p:cNvPr>
          <p:cNvSpPr>
            <a:spLocks noGrp="1"/>
          </p:cNvSpPr>
          <p:nvPr>
            <p:ph idx="1"/>
          </p:nvPr>
        </p:nvSpPr>
        <p:spPr/>
        <p:txBody>
          <a:bodyPr>
            <a:normAutofit/>
          </a:bodyPr>
          <a:lstStyle/>
          <a:p>
            <a:r>
              <a:rPr lang="en-IN" sz="2400" dirty="0">
                <a:latin typeface="Cambria" panose="02040503050406030204" pitchFamily="18" charset="0"/>
                <a:ea typeface="Cambria" panose="02040503050406030204" pitchFamily="18" charset="0"/>
              </a:rPr>
              <a:t>The Online Examination Portal is a web-based application that enables students to attend examinations online while allowing administrators to manage exams efficiently. Traditional web hosting suffers from scalability and availability limitations. To overcome these issues, the application is deployed on Amazon Web Services (AWS) using a Three-Tier Architecture with Load Balancing and Auto Scaling</a:t>
            </a:r>
            <a:r>
              <a:rPr lang="en-IN" sz="2400" dirty="0"/>
              <a:t>.</a:t>
            </a:r>
          </a:p>
        </p:txBody>
      </p:sp>
    </p:spTree>
    <p:extLst>
      <p:ext uri="{BB962C8B-B14F-4D97-AF65-F5344CB8AC3E}">
        <p14:creationId xmlns:p14="http://schemas.microsoft.com/office/powerpoint/2010/main" val="3616442810"/>
      </p:ext>
    </p:extLst>
  </p:cSld>
  <p:clrMapOvr>
    <a:masterClrMapping/>
  </p:clrMapOvr>
  <p:transition spd="slow">
    <p:push dir="u"/>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DA7EEC-A5B3-240F-8D07-C5DEB9E8E05A}"/>
              </a:ext>
            </a:extLst>
          </p:cNvPr>
          <p:cNvSpPr>
            <a:spLocks noGrp="1"/>
          </p:cNvSpPr>
          <p:nvPr>
            <p:ph type="title"/>
          </p:nvPr>
        </p:nvSpPr>
        <p:spPr/>
        <p:txBody>
          <a:bodyPr/>
          <a:lstStyle/>
          <a:p>
            <a:r>
              <a:rPr lang="en-IN" dirty="0"/>
              <a:t>Project Overview</a:t>
            </a:r>
          </a:p>
        </p:txBody>
      </p:sp>
      <p:sp>
        <p:nvSpPr>
          <p:cNvPr id="3" name="Content Placeholder 2">
            <a:extLst>
              <a:ext uri="{FF2B5EF4-FFF2-40B4-BE49-F238E27FC236}">
                <a16:creationId xmlns:a16="http://schemas.microsoft.com/office/drawing/2014/main" id="{17FCE7B2-7D1F-C584-4262-4B83868020E5}"/>
              </a:ext>
            </a:extLst>
          </p:cNvPr>
          <p:cNvSpPr>
            <a:spLocks noGrp="1"/>
          </p:cNvSpPr>
          <p:nvPr>
            <p:ph idx="1"/>
          </p:nvPr>
        </p:nvSpPr>
        <p:spPr/>
        <p:txBody>
          <a:bodyPr>
            <a:normAutofit/>
          </a:bodyPr>
          <a:lstStyle/>
          <a:p>
            <a:r>
              <a:rPr lang="en-IN" sz="2400" dirty="0">
                <a:latin typeface="Cambria" panose="02040503050406030204" pitchFamily="18" charset="0"/>
                <a:ea typeface="Cambria" panose="02040503050406030204" pitchFamily="18" charset="0"/>
              </a:rPr>
              <a:t>Online Examination Portal developed using Flask Hosted on Amazon Web Services (AWS) Uses Three-Tier Architecture Secure HTTPS communication High Availability using Load Balancer Automatic Scaling using Auto Scaling Group</a:t>
            </a:r>
          </a:p>
        </p:txBody>
      </p:sp>
    </p:spTree>
    <p:extLst>
      <p:ext uri="{BB962C8B-B14F-4D97-AF65-F5344CB8AC3E}">
        <p14:creationId xmlns:p14="http://schemas.microsoft.com/office/powerpoint/2010/main" val="2303679412"/>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CE2776-CB5A-A026-2795-078F3D7F6156}"/>
              </a:ext>
            </a:extLst>
          </p:cNvPr>
          <p:cNvSpPr>
            <a:spLocks noGrp="1"/>
          </p:cNvSpPr>
          <p:nvPr>
            <p:ph type="title"/>
          </p:nvPr>
        </p:nvSpPr>
        <p:spPr/>
        <p:txBody>
          <a:bodyPr/>
          <a:lstStyle/>
          <a:p>
            <a:r>
              <a:rPr lang="en-IN" dirty="0"/>
              <a:t>Objectives</a:t>
            </a:r>
          </a:p>
        </p:txBody>
      </p:sp>
      <p:sp>
        <p:nvSpPr>
          <p:cNvPr id="3" name="Content Placeholder 2">
            <a:extLst>
              <a:ext uri="{FF2B5EF4-FFF2-40B4-BE49-F238E27FC236}">
                <a16:creationId xmlns:a16="http://schemas.microsoft.com/office/drawing/2014/main" id="{E406B002-5E47-6F75-DFDD-41598B171ED4}"/>
              </a:ext>
            </a:extLst>
          </p:cNvPr>
          <p:cNvSpPr>
            <a:spLocks noGrp="1"/>
          </p:cNvSpPr>
          <p:nvPr>
            <p:ph idx="1"/>
          </p:nvPr>
        </p:nvSpPr>
        <p:spPr/>
        <p:txBody>
          <a:bodyPr>
            <a:normAutofit lnSpcReduction="10000"/>
          </a:bodyPr>
          <a:lstStyle/>
          <a:p>
            <a:r>
              <a:rPr lang="en-IN" sz="2400" dirty="0">
                <a:latin typeface="Cambria" panose="02040503050406030204" pitchFamily="18" charset="0"/>
                <a:ea typeface="Cambria" panose="02040503050406030204" pitchFamily="18" charset="0"/>
              </a:rPr>
              <a:t>Develop an online examination portal </a:t>
            </a:r>
          </a:p>
          <a:p>
            <a:r>
              <a:rPr lang="en-IN" sz="2400" dirty="0">
                <a:latin typeface="Cambria" panose="02040503050406030204" pitchFamily="18" charset="0"/>
                <a:ea typeface="Cambria" panose="02040503050406030204" pitchFamily="18" charset="0"/>
              </a:rPr>
              <a:t>Deploy on AWS Cloud</a:t>
            </a:r>
          </a:p>
          <a:p>
            <a:r>
              <a:rPr lang="en-IN" sz="2400" dirty="0">
                <a:latin typeface="Cambria" panose="02040503050406030204" pitchFamily="18" charset="0"/>
                <a:ea typeface="Cambria" panose="02040503050406030204" pitchFamily="18" charset="0"/>
              </a:rPr>
              <a:t> Secure communication using HTTPS</a:t>
            </a:r>
          </a:p>
          <a:p>
            <a:r>
              <a:rPr lang="en-IN" sz="2400" dirty="0">
                <a:latin typeface="Cambria" panose="02040503050406030204" pitchFamily="18" charset="0"/>
                <a:ea typeface="Cambria" panose="02040503050406030204" pitchFamily="18" charset="0"/>
              </a:rPr>
              <a:t> Store data in PostgreSQL </a:t>
            </a:r>
          </a:p>
          <a:p>
            <a:r>
              <a:rPr lang="en-IN" sz="2400" dirty="0">
                <a:latin typeface="Cambria" panose="02040503050406030204" pitchFamily="18" charset="0"/>
                <a:ea typeface="Cambria" panose="02040503050406030204" pitchFamily="18" charset="0"/>
              </a:rPr>
              <a:t>Load balancing </a:t>
            </a:r>
          </a:p>
          <a:p>
            <a:r>
              <a:rPr lang="en-IN" sz="2400" dirty="0">
                <a:latin typeface="Cambria" panose="02040503050406030204" pitchFamily="18" charset="0"/>
                <a:ea typeface="Cambria" panose="02040503050406030204" pitchFamily="18" charset="0"/>
              </a:rPr>
              <a:t>High availability </a:t>
            </a:r>
          </a:p>
          <a:p>
            <a:r>
              <a:rPr lang="en-IN" sz="2400" dirty="0">
                <a:latin typeface="Cambria" panose="02040503050406030204" pitchFamily="18" charset="0"/>
                <a:ea typeface="Cambria" panose="02040503050406030204" pitchFamily="18" charset="0"/>
              </a:rPr>
              <a:t>Better performance</a:t>
            </a:r>
          </a:p>
        </p:txBody>
      </p:sp>
    </p:spTree>
    <p:extLst>
      <p:ext uri="{BB962C8B-B14F-4D97-AF65-F5344CB8AC3E}">
        <p14:creationId xmlns:p14="http://schemas.microsoft.com/office/powerpoint/2010/main" val="286065077"/>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76E6EA00-9A65-975F-5F02-3D40E2E1C9E9}"/>
              </a:ext>
            </a:extLst>
          </p:cNvPr>
          <p:cNvPicPr>
            <a:picLocks noChangeAspect="1"/>
          </p:cNvPicPr>
          <p:nvPr/>
        </p:nvPicPr>
        <p:blipFill>
          <a:blip r:embed="rId2">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667170" y="968975"/>
            <a:ext cx="10857659" cy="5834045"/>
          </a:xfrm>
          <a:prstGeom prst="rect">
            <a:avLst/>
          </a:prstGeom>
        </p:spPr>
      </p:pic>
      <p:sp>
        <p:nvSpPr>
          <p:cNvPr id="2" name="Title 1">
            <a:extLst>
              <a:ext uri="{FF2B5EF4-FFF2-40B4-BE49-F238E27FC236}">
                <a16:creationId xmlns:a16="http://schemas.microsoft.com/office/drawing/2014/main" id="{FCEBDF40-FE91-DC44-5375-0809737CA13F}"/>
              </a:ext>
            </a:extLst>
          </p:cNvPr>
          <p:cNvSpPr>
            <a:spLocks noGrp="1"/>
          </p:cNvSpPr>
          <p:nvPr>
            <p:ph type="title"/>
          </p:nvPr>
        </p:nvSpPr>
        <p:spPr>
          <a:xfrm>
            <a:off x="919118" y="-263243"/>
            <a:ext cx="10353761" cy="1326321"/>
          </a:xfrm>
        </p:spPr>
        <p:txBody>
          <a:bodyPr/>
          <a:lstStyle/>
          <a:p>
            <a:r>
              <a:rPr lang="en-IN" dirty="0"/>
              <a:t>AWS Architecture</a:t>
            </a:r>
          </a:p>
        </p:txBody>
      </p:sp>
    </p:spTree>
    <p:extLst>
      <p:ext uri="{BB962C8B-B14F-4D97-AF65-F5344CB8AC3E}">
        <p14:creationId xmlns:p14="http://schemas.microsoft.com/office/powerpoint/2010/main" val="3393159651"/>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5FE2F8-A731-EB7B-C3FF-ECAE5D34D6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18774D-BEC5-F5A0-5BF0-84D7C5F8D428}"/>
              </a:ext>
            </a:extLst>
          </p:cNvPr>
          <p:cNvSpPr>
            <a:spLocks noGrp="1"/>
          </p:cNvSpPr>
          <p:nvPr>
            <p:ph type="title"/>
          </p:nvPr>
        </p:nvSpPr>
        <p:spPr/>
        <p:txBody>
          <a:bodyPr/>
          <a:lstStyle/>
          <a:p>
            <a:r>
              <a:rPr lang="en-IN" dirty="0"/>
              <a:t>AWS Services Used</a:t>
            </a:r>
          </a:p>
        </p:txBody>
      </p:sp>
      <p:graphicFrame>
        <p:nvGraphicFramePr>
          <p:cNvPr id="4" name="Content Placeholder 3">
            <a:extLst>
              <a:ext uri="{FF2B5EF4-FFF2-40B4-BE49-F238E27FC236}">
                <a16:creationId xmlns:a16="http://schemas.microsoft.com/office/drawing/2014/main" id="{FA6E169D-1E06-74DC-AB75-F6C5904929F7}"/>
              </a:ext>
            </a:extLst>
          </p:cNvPr>
          <p:cNvGraphicFramePr>
            <a:graphicFrameLocks noGrp="1"/>
          </p:cNvGraphicFramePr>
          <p:nvPr>
            <p:ph idx="1"/>
            <p:extLst>
              <p:ext uri="{D42A27DB-BD31-4B8C-83A1-F6EECF244321}">
                <p14:modId xmlns:p14="http://schemas.microsoft.com/office/powerpoint/2010/main" val="687591477"/>
              </p:ext>
            </p:extLst>
          </p:nvPr>
        </p:nvGraphicFramePr>
        <p:xfrm>
          <a:off x="659194" y="2080457"/>
          <a:ext cx="10862962" cy="4101444"/>
        </p:xfrm>
        <a:graphic>
          <a:graphicData uri="http://schemas.openxmlformats.org/drawingml/2006/table">
            <a:tbl>
              <a:tblPr>
                <a:tableStyleId>{E8B1032C-EA38-4F05-BA0D-38AFFFC7BED3}</a:tableStyleId>
              </a:tblPr>
              <a:tblGrid>
                <a:gridCol w="5431481">
                  <a:extLst>
                    <a:ext uri="{9D8B030D-6E8A-4147-A177-3AD203B41FA5}">
                      <a16:colId xmlns:a16="http://schemas.microsoft.com/office/drawing/2014/main" val="1579444703"/>
                    </a:ext>
                  </a:extLst>
                </a:gridCol>
                <a:gridCol w="5431481">
                  <a:extLst>
                    <a:ext uri="{9D8B030D-6E8A-4147-A177-3AD203B41FA5}">
                      <a16:colId xmlns:a16="http://schemas.microsoft.com/office/drawing/2014/main" val="173416877"/>
                    </a:ext>
                  </a:extLst>
                </a:gridCol>
              </a:tblGrid>
              <a:tr h="455716">
                <a:tc>
                  <a:txBody>
                    <a:bodyPr/>
                    <a:lstStyle/>
                    <a:p>
                      <a:pPr algn="ctr">
                        <a:buNone/>
                      </a:pPr>
                      <a:r>
                        <a:rPr lang="en-IN" sz="1800" dirty="0"/>
                        <a:t>Service</a:t>
                      </a:r>
                    </a:p>
                  </a:txBody>
                  <a:tcPr anchor="ctr">
                    <a:solidFill>
                      <a:schemeClr val="accent3">
                        <a:lumMod val="75000"/>
                      </a:schemeClr>
                    </a:solidFill>
                  </a:tcPr>
                </a:tc>
                <a:tc>
                  <a:txBody>
                    <a:bodyPr/>
                    <a:lstStyle/>
                    <a:p>
                      <a:pPr algn="ctr">
                        <a:buNone/>
                      </a:pPr>
                      <a:r>
                        <a:rPr lang="en-IN" sz="1800" dirty="0"/>
                        <a:t>Purpose</a:t>
                      </a:r>
                    </a:p>
                  </a:txBody>
                  <a:tcPr anchor="ctr">
                    <a:solidFill>
                      <a:schemeClr val="accent3">
                        <a:lumMod val="75000"/>
                      </a:schemeClr>
                    </a:solidFill>
                  </a:tcPr>
                </a:tc>
                <a:extLst>
                  <a:ext uri="{0D108BD9-81ED-4DB2-BD59-A6C34878D82A}">
                    <a16:rowId xmlns:a16="http://schemas.microsoft.com/office/drawing/2014/main" val="770631923"/>
                  </a:ext>
                </a:extLst>
              </a:tr>
              <a:tr h="455716">
                <a:tc>
                  <a:txBody>
                    <a:bodyPr/>
                    <a:lstStyle/>
                    <a:p>
                      <a:pPr algn="ctr">
                        <a:buNone/>
                      </a:pPr>
                      <a:r>
                        <a:rPr lang="en-IN" sz="1800" dirty="0"/>
                        <a:t>EC2</a:t>
                      </a:r>
                    </a:p>
                  </a:txBody>
                  <a:tcPr anchor="ctr"/>
                </a:tc>
                <a:tc>
                  <a:txBody>
                    <a:bodyPr/>
                    <a:lstStyle/>
                    <a:p>
                      <a:pPr algn="ctr">
                        <a:buNone/>
                      </a:pPr>
                      <a:r>
                        <a:rPr lang="en-IN" sz="1800"/>
                        <a:t>Host Application</a:t>
                      </a:r>
                    </a:p>
                  </a:txBody>
                  <a:tcPr anchor="ctr"/>
                </a:tc>
                <a:extLst>
                  <a:ext uri="{0D108BD9-81ED-4DB2-BD59-A6C34878D82A}">
                    <a16:rowId xmlns:a16="http://schemas.microsoft.com/office/drawing/2014/main" val="1238022409"/>
                  </a:ext>
                </a:extLst>
              </a:tr>
              <a:tr h="455716">
                <a:tc>
                  <a:txBody>
                    <a:bodyPr/>
                    <a:lstStyle/>
                    <a:p>
                      <a:pPr algn="ctr">
                        <a:buNone/>
                      </a:pPr>
                      <a:r>
                        <a:rPr lang="en-IN" sz="1800" dirty="0"/>
                        <a:t>VPC</a:t>
                      </a:r>
                    </a:p>
                  </a:txBody>
                  <a:tcPr anchor="ctr"/>
                </a:tc>
                <a:tc>
                  <a:txBody>
                    <a:bodyPr/>
                    <a:lstStyle/>
                    <a:p>
                      <a:pPr algn="ctr">
                        <a:buNone/>
                      </a:pPr>
                      <a:r>
                        <a:rPr lang="en-IN" sz="1800" dirty="0"/>
                        <a:t>Network</a:t>
                      </a:r>
                    </a:p>
                  </a:txBody>
                  <a:tcPr anchor="ctr"/>
                </a:tc>
                <a:extLst>
                  <a:ext uri="{0D108BD9-81ED-4DB2-BD59-A6C34878D82A}">
                    <a16:rowId xmlns:a16="http://schemas.microsoft.com/office/drawing/2014/main" val="2396609269"/>
                  </a:ext>
                </a:extLst>
              </a:tr>
              <a:tr h="455716">
                <a:tc>
                  <a:txBody>
                    <a:bodyPr/>
                    <a:lstStyle/>
                    <a:p>
                      <a:pPr algn="ctr">
                        <a:buNone/>
                      </a:pPr>
                      <a:r>
                        <a:rPr lang="en-IN" sz="1800"/>
                        <a:t>RDS</a:t>
                      </a:r>
                    </a:p>
                  </a:txBody>
                  <a:tcPr anchor="ctr"/>
                </a:tc>
                <a:tc>
                  <a:txBody>
                    <a:bodyPr/>
                    <a:lstStyle/>
                    <a:p>
                      <a:pPr algn="ctr">
                        <a:buNone/>
                      </a:pPr>
                      <a:r>
                        <a:rPr lang="en-IN" sz="1800" dirty="0"/>
                        <a:t>Database</a:t>
                      </a:r>
                    </a:p>
                  </a:txBody>
                  <a:tcPr anchor="ctr"/>
                </a:tc>
                <a:extLst>
                  <a:ext uri="{0D108BD9-81ED-4DB2-BD59-A6C34878D82A}">
                    <a16:rowId xmlns:a16="http://schemas.microsoft.com/office/drawing/2014/main" val="4269192935"/>
                  </a:ext>
                </a:extLst>
              </a:tr>
              <a:tr h="455716">
                <a:tc>
                  <a:txBody>
                    <a:bodyPr/>
                    <a:lstStyle/>
                    <a:p>
                      <a:pPr algn="ctr">
                        <a:buNone/>
                      </a:pPr>
                      <a:r>
                        <a:rPr lang="en-IN" sz="1800"/>
                        <a:t>ALB</a:t>
                      </a:r>
                    </a:p>
                  </a:txBody>
                  <a:tcPr anchor="ctr"/>
                </a:tc>
                <a:tc>
                  <a:txBody>
                    <a:bodyPr/>
                    <a:lstStyle/>
                    <a:p>
                      <a:pPr algn="ctr">
                        <a:buNone/>
                      </a:pPr>
                      <a:r>
                        <a:rPr lang="en-IN" sz="1800" dirty="0"/>
                        <a:t>Load Balancer</a:t>
                      </a:r>
                    </a:p>
                  </a:txBody>
                  <a:tcPr anchor="ctr"/>
                </a:tc>
                <a:extLst>
                  <a:ext uri="{0D108BD9-81ED-4DB2-BD59-A6C34878D82A}">
                    <a16:rowId xmlns:a16="http://schemas.microsoft.com/office/drawing/2014/main" val="2039916597"/>
                  </a:ext>
                </a:extLst>
              </a:tr>
              <a:tr h="455716">
                <a:tc>
                  <a:txBody>
                    <a:bodyPr/>
                    <a:lstStyle/>
                    <a:p>
                      <a:pPr algn="ctr">
                        <a:buNone/>
                      </a:pPr>
                      <a:r>
                        <a:rPr lang="en-IN" sz="1800"/>
                        <a:t>ASG</a:t>
                      </a:r>
                    </a:p>
                  </a:txBody>
                  <a:tcPr anchor="ctr"/>
                </a:tc>
                <a:tc>
                  <a:txBody>
                    <a:bodyPr/>
                    <a:lstStyle/>
                    <a:p>
                      <a:pPr algn="ctr">
                        <a:buNone/>
                      </a:pPr>
                      <a:r>
                        <a:rPr lang="en-IN" sz="1800" dirty="0"/>
                        <a:t>Scaling</a:t>
                      </a:r>
                    </a:p>
                  </a:txBody>
                  <a:tcPr anchor="ctr"/>
                </a:tc>
                <a:extLst>
                  <a:ext uri="{0D108BD9-81ED-4DB2-BD59-A6C34878D82A}">
                    <a16:rowId xmlns:a16="http://schemas.microsoft.com/office/drawing/2014/main" val="2796402585"/>
                  </a:ext>
                </a:extLst>
              </a:tr>
              <a:tr h="455716">
                <a:tc>
                  <a:txBody>
                    <a:bodyPr/>
                    <a:lstStyle/>
                    <a:p>
                      <a:pPr algn="ctr">
                        <a:buNone/>
                      </a:pPr>
                      <a:r>
                        <a:rPr lang="en-IN" sz="1800"/>
                        <a:t>Route53</a:t>
                      </a:r>
                    </a:p>
                  </a:txBody>
                  <a:tcPr anchor="ctr"/>
                </a:tc>
                <a:tc>
                  <a:txBody>
                    <a:bodyPr/>
                    <a:lstStyle/>
                    <a:p>
                      <a:pPr algn="ctr">
                        <a:buNone/>
                      </a:pPr>
                      <a:r>
                        <a:rPr lang="en-IN" sz="1800" dirty="0"/>
                        <a:t>DNS</a:t>
                      </a:r>
                    </a:p>
                  </a:txBody>
                  <a:tcPr anchor="ctr"/>
                </a:tc>
                <a:extLst>
                  <a:ext uri="{0D108BD9-81ED-4DB2-BD59-A6C34878D82A}">
                    <a16:rowId xmlns:a16="http://schemas.microsoft.com/office/drawing/2014/main" val="2959031825"/>
                  </a:ext>
                </a:extLst>
              </a:tr>
              <a:tr h="455716">
                <a:tc>
                  <a:txBody>
                    <a:bodyPr/>
                    <a:lstStyle/>
                    <a:p>
                      <a:pPr algn="ctr">
                        <a:buNone/>
                      </a:pPr>
                      <a:r>
                        <a:rPr lang="en-IN" sz="1800"/>
                        <a:t>ACM</a:t>
                      </a:r>
                    </a:p>
                  </a:txBody>
                  <a:tcPr anchor="ctr"/>
                </a:tc>
                <a:tc>
                  <a:txBody>
                    <a:bodyPr/>
                    <a:lstStyle/>
                    <a:p>
                      <a:pPr algn="ctr">
                        <a:buNone/>
                      </a:pPr>
                      <a:r>
                        <a:rPr lang="en-IN" sz="1800" dirty="0"/>
                        <a:t>SSL</a:t>
                      </a:r>
                    </a:p>
                  </a:txBody>
                  <a:tcPr anchor="ctr"/>
                </a:tc>
                <a:extLst>
                  <a:ext uri="{0D108BD9-81ED-4DB2-BD59-A6C34878D82A}">
                    <a16:rowId xmlns:a16="http://schemas.microsoft.com/office/drawing/2014/main" val="1891480108"/>
                  </a:ext>
                </a:extLst>
              </a:tr>
              <a:tr h="455716">
                <a:tc>
                  <a:txBody>
                    <a:bodyPr/>
                    <a:lstStyle/>
                    <a:p>
                      <a:pPr algn="ctr">
                        <a:buNone/>
                      </a:pPr>
                      <a:r>
                        <a:rPr lang="en-IN" sz="1800"/>
                        <a:t>Security Groups</a:t>
                      </a:r>
                    </a:p>
                  </a:txBody>
                  <a:tcPr anchor="ctr"/>
                </a:tc>
                <a:tc>
                  <a:txBody>
                    <a:bodyPr/>
                    <a:lstStyle/>
                    <a:p>
                      <a:pPr algn="ctr">
                        <a:buNone/>
                      </a:pPr>
                      <a:r>
                        <a:rPr lang="en-IN" sz="1800" dirty="0"/>
                        <a:t>Firewall</a:t>
                      </a:r>
                    </a:p>
                  </a:txBody>
                  <a:tcPr anchor="ctr"/>
                </a:tc>
                <a:extLst>
                  <a:ext uri="{0D108BD9-81ED-4DB2-BD59-A6C34878D82A}">
                    <a16:rowId xmlns:a16="http://schemas.microsoft.com/office/drawing/2014/main" val="3264427355"/>
                  </a:ext>
                </a:extLst>
              </a:tr>
            </a:tbl>
          </a:graphicData>
        </a:graphic>
      </p:graphicFrame>
    </p:spTree>
    <p:extLst>
      <p:ext uri="{BB962C8B-B14F-4D97-AF65-F5344CB8AC3E}">
        <p14:creationId xmlns:p14="http://schemas.microsoft.com/office/powerpoint/2010/main" val="2857157746"/>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2260B-3260-D91B-3016-5F4E525160D2}"/>
              </a:ext>
            </a:extLst>
          </p:cNvPr>
          <p:cNvSpPr>
            <a:spLocks noGrp="1"/>
          </p:cNvSpPr>
          <p:nvPr>
            <p:ph type="title"/>
          </p:nvPr>
        </p:nvSpPr>
        <p:spPr>
          <a:xfrm>
            <a:off x="1088020" y="-35070"/>
            <a:ext cx="10353761" cy="1326321"/>
          </a:xfrm>
        </p:spPr>
        <p:txBody>
          <a:bodyPr/>
          <a:lstStyle/>
          <a:p>
            <a:r>
              <a:rPr lang="en-IN" dirty="0"/>
              <a:t>Implementation</a:t>
            </a:r>
          </a:p>
        </p:txBody>
      </p:sp>
      <p:sp>
        <p:nvSpPr>
          <p:cNvPr id="28" name="Freeform: Shape 27">
            <a:extLst>
              <a:ext uri="{FF2B5EF4-FFF2-40B4-BE49-F238E27FC236}">
                <a16:creationId xmlns:a16="http://schemas.microsoft.com/office/drawing/2014/main" id="{1EF24CCB-E8DF-C0E5-F882-BD4AFF30BFCA}"/>
              </a:ext>
            </a:extLst>
          </p:cNvPr>
          <p:cNvSpPr/>
          <p:nvPr/>
        </p:nvSpPr>
        <p:spPr>
          <a:xfrm>
            <a:off x="953526" y="1895949"/>
            <a:ext cx="1364829" cy="818897"/>
          </a:xfrm>
          <a:custGeom>
            <a:avLst/>
            <a:gdLst>
              <a:gd name="csX0" fmla="*/ 0 w 1364829"/>
              <a:gd name="csY0" fmla="*/ 81890 h 818897"/>
              <a:gd name="csX1" fmla="*/ 81890 w 1364829"/>
              <a:gd name="csY1" fmla="*/ 0 h 818897"/>
              <a:gd name="csX2" fmla="*/ 1282939 w 1364829"/>
              <a:gd name="csY2" fmla="*/ 0 h 818897"/>
              <a:gd name="csX3" fmla="*/ 1364829 w 1364829"/>
              <a:gd name="csY3" fmla="*/ 81890 h 818897"/>
              <a:gd name="csX4" fmla="*/ 1364829 w 1364829"/>
              <a:gd name="csY4" fmla="*/ 737007 h 818897"/>
              <a:gd name="csX5" fmla="*/ 1282939 w 1364829"/>
              <a:gd name="csY5" fmla="*/ 818897 h 818897"/>
              <a:gd name="csX6" fmla="*/ 81890 w 1364829"/>
              <a:gd name="csY6" fmla="*/ 818897 h 818897"/>
              <a:gd name="csX7" fmla="*/ 0 w 1364829"/>
              <a:gd name="csY7" fmla="*/ 737007 h 818897"/>
              <a:gd name="csX8" fmla="*/ 0 w 1364829"/>
              <a:gd name="csY8" fmla="*/ 81890 h 8188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64829" h="818897">
                <a:moveTo>
                  <a:pt x="0" y="81890"/>
                </a:moveTo>
                <a:cubicBezTo>
                  <a:pt x="0" y="36663"/>
                  <a:pt x="36663" y="0"/>
                  <a:pt x="81890" y="0"/>
                </a:cubicBezTo>
                <a:lnTo>
                  <a:pt x="1282939" y="0"/>
                </a:lnTo>
                <a:cubicBezTo>
                  <a:pt x="1328166" y="0"/>
                  <a:pt x="1364829" y="36663"/>
                  <a:pt x="1364829" y="81890"/>
                </a:cubicBezTo>
                <a:lnTo>
                  <a:pt x="1364829" y="737007"/>
                </a:lnTo>
                <a:cubicBezTo>
                  <a:pt x="1364829" y="782234"/>
                  <a:pt x="1328166" y="818897"/>
                  <a:pt x="1282939" y="818897"/>
                </a:cubicBezTo>
                <a:lnTo>
                  <a:pt x="81890" y="818897"/>
                </a:lnTo>
                <a:cubicBezTo>
                  <a:pt x="36663" y="818897"/>
                  <a:pt x="0" y="782234"/>
                  <a:pt x="0" y="737007"/>
                </a:cubicBezTo>
                <a:lnTo>
                  <a:pt x="0" y="8189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0185" tIns="100185" rIns="100185" bIns="100185" numCol="1" spcCol="1270" anchor="ctr" anchorCtr="0">
            <a:noAutofit/>
          </a:bodyPr>
          <a:lstStyle/>
          <a:p>
            <a:pPr marL="0" lvl="0" indent="0" algn="ctr" defTabSz="889000">
              <a:lnSpc>
                <a:spcPct val="90000"/>
              </a:lnSpc>
              <a:spcBef>
                <a:spcPct val="0"/>
              </a:spcBef>
              <a:spcAft>
                <a:spcPct val="35000"/>
              </a:spcAft>
              <a:buNone/>
            </a:pPr>
            <a:r>
              <a:rPr lang="en-IN" sz="2000" kern="1200" dirty="0"/>
              <a:t>Create VPC</a:t>
            </a:r>
          </a:p>
        </p:txBody>
      </p:sp>
      <p:sp>
        <p:nvSpPr>
          <p:cNvPr id="29" name="Freeform: Shape 28">
            <a:extLst>
              <a:ext uri="{FF2B5EF4-FFF2-40B4-BE49-F238E27FC236}">
                <a16:creationId xmlns:a16="http://schemas.microsoft.com/office/drawing/2014/main" id="{95873831-487B-B848-C443-39358996E941}"/>
              </a:ext>
            </a:extLst>
          </p:cNvPr>
          <p:cNvSpPr/>
          <p:nvPr/>
        </p:nvSpPr>
        <p:spPr>
          <a:xfrm>
            <a:off x="2454838" y="2136159"/>
            <a:ext cx="289343" cy="338477"/>
          </a:xfrm>
          <a:custGeom>
            <a:avLst/>
            <a:gdLst>
              <a:gd name="csX0" fmla="*/ 0 w 289343"/>
              <a:gd name="csY0" fmla="*/ 67695 h 338477"/>
              <a:gd name="csX1" fmla="*/ 144672 w 289343"/>
              <a:gd name="csY1" fmla="*/ 67695 h 338477"/>
              <a:gd name="csX2" fmla="*/ 144672 w 289343"/>
              <a:gd name="csY2" fmla="*/ 0 h 338477"/>
              <a:gd name="csX3" fmla="*/ 289343 w 289343"/>
              <a:gd name="csY3" fmla="*/ 169239 h 338477"/>
              <a:gd name="csX4" fmla="*/ 144672 w 289343"/>
              <a:gd name="csY4" fmla="*/ 338477 h 338477"/>
              <a:gd name="csX5" fmla="*/ 144672 w 289343"/>
              <a:gd name="csY5" fmla="*/ 270782 h 338477"/>
              <a:gd name="csX6" fmla="*/ 0 w 289343"/>
              <a:gd name="csY6" fmla="*/ 270782 h 338477"/>
              <a:gd name="csX7" fmla="*/ 0 w 289343"/>
              <a:gd name="csY7" fmla="*/ 67695 h 3384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89343" h="338477">
                <a:moveTo>
                  <a:pt x="0" y="67695"/>
                </a:moveTo>
                <a:lnTo>
                  <a:pt x="144672" y="67695"/>
                </a:lnTo>
                <a:lnTo>
                  <a:pt x="144672" y="0"/>
                </a:lnTo>
                <a:lnTo>
                  <a:pt x="289343" y="169239"/>
                </a:lnTo>
                <a:lnTo>
                  <a:pt x="144672" y="338477"/>
                </a:lnTo>
                <a:lnTo>
                  <a:pt x="144672" y="270782"/>
                </a:lnTo>
                <a:lnTo>
                  <a:pt x="0" y="270782"/>
                </a:lnTo>
                <a:lnTo>
                  <a:pt x="0" y="67695"/>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0" tIns="67695" rIns="86803" bIns="67695" numCol="1" spcCol="1270" anchor="ctr" anchorCtr="0">
            <a:noAutofit/>
          </a:bodyPr>
          <a:lstStyle/>
          <a:p>
            <a:pPr marL="0" lvl="0" indent="0" algn="ctr" defTabSz="666750">
              <a:lnSpc>
                <a:spcPct val="90000"/>
              </a:lnSpc>
              <a:spcBef>
                <a:spcPct val="0"/>
              </a:spcBef>
              <a:spcAft>
                <a:spcPct val="35000"/>
              </a:spcAft>
              <a:buNone/>
            </a:pPr>
            <a:endParaRPr lang="en-IN" sz="1500" kern="1200"/>
          </a:p>
        </p:txBody>
      </p:sp>
      <p:sp>
        <p:nvSpPr>
          <p:cNvPr id="30" name="Freeform: Shape 29">
            <a:extLst>
              <a:ext uri="{FF2B5EF4-FFF2-40B4-BE49-F238E27FC236}">
                <a16:creationId xmlns:a16="http://schemas.microsoft.com/office/drawing/2014/main" id="{FEDE1CCB-E41D-6CC0-C336-E239B806EFF8}"/>
              </a:ext>
            </a:extLst>
          </p:cNvPr>
          <p:cNvSpPr/>
          <p:nvPr/>
        </p:nvSpPr>
        <p:spPr>
          <a:xfrm>
            <a:off x="2864287" y="1895949"/>
            <a:ext cx="1364829" cy="818897"/>
          </a:xfrm>
          <a:custGeom>
            <a:avLst/>
            <a:gdLst>
              <a:gd name="csX0" fmla="*/ 0 w 1364829"/>
              <a:gd name="csY0" fmla="*/ 81890 h 818897"/>
              <a:gd name="csX1" fmla="*/ 81890 w 1364829"/>
              <a:gd name="csY1" fmla="*/ 0 h 818897"/>
              <a:gd name="csX2" fmla="*/ 1282939 w 1364829"/>
              <a:gd name="csY2" fmla="*/ 0 h 818897"/>
              <a:gd name="csX3" fmla="*/ 1364829 w 1364829"/>
              <a:gd name="csY3" fmla="*/ 81890 h 818897"/>
              <a:gd name="csX4" fmla="*/ 1364829 w 1364829"/>
              <a:gd name="csY4" fmla="*/ 737007 h 818897"/>
              <a:gd name="csX5" fmla="*/ 1282939 w 1364829"/>
              <a:gd name="csY5" fmla="*/ 818897 h 818897"/>
              <a:gd name="csX6" fmla="*/ 81890 w 1364829"/>
              <a:gd name="csY6" fmla="*/ 818897 h 818897"/>
              <a:gd name="csX7" fmla="*/ 0 w 1364829"/>
              <a:gd name="csY7" fmla="*/ 737007 h 818897"/>
              <a:gd name="csX8" fmla="*/ 0 w 1364829"/>
              <a:gd name="csY8" fmla="*/ 81890 h 8188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64829" h="818897">
                <a:moveTo>
                  <a:pt x="0" y="81890"/>
                </a:moveTo>
                <a:cubicBezTo>
                  <a:pt x="0" y="36663"/>
                  <a:pt x="36663" y="0"/>
                  <a:pt x="81890" y="0"/>
                </a:cubicBezTo>
                <a:lnTo>
                  <a:pt x="1282939" y="0"/>
                </a:lnTo>
                <a:cubicBezTo>
                  <a:pt x="1328166" y="0"/>
                  <a:pt x="1364829" y="36663"/>
                  <a:pt x="1364829" y="81890"/>
                </a:cubicBezTo>
                <a:lnTo>
                  <a:pt x="1364829" y="737007"/>
                </a:lnTo>
                <a:cubicBezTo>
                  <a:pt x="1364829" y="782234"/>
                  <a:pt x="1328166" y="818897"/>
                  <a:pt x="1282939" y="818897"/>
                </a:cubicBezTo>
                <a:lnTo>
                  <a:pt x="81890" y="818897"/>
                </a:lnTo>
                <a:cubicBezTo>
                  <a:pt x="36663" y="818897"/>
                  <a:pt x="0" y="782234"/>
                  <a:pt x="0" y="737007"/>
                </a:cubicBezTo>
                <a:lnTo>
                  <a:pt x="0" y="8189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0185" tIns="100185" rIns="100185" bIns="100185" numCol="1" spcCol="1270" anchor="ctr" anchorCtr="0">
            <a:noAutofit/>
          </a:bodyPr>
          <a:lstStyle/>
          <a:p>
            <a:pPr marL="0" lvl="0" indent="0" algn="ctr" defTabSz="889000">
              <a:lnSpc>
                <a:spcPct val="90000"/>
              </a:lnSpc>
              <a:spcBef>
                <a:spcPct val="0"/>
              </a:spcBef>
              <a:spcAft>
                <a:spcPct val="35000"/>
              </a:spcAft>
              <a:buNone/>
            </a:pPr>
            <a:r>
              <a:rPr lang="en-IN" sz="2000" kern="1200" dirty="0"/>
              <a:t>Create </a:t>
            </a:r>
            <a:r>
              <a:rPr lang="en-IN" sz="2000" dirty="0"/>
              <a:t>RDS</a:t>
            </a:r>
            <a:endParaRPr lang="en-IN" sz="2000" kern="1200" dirty="0"/>
          </a:p>
        </p:txBody>
      </p:sp>
      <p:sp>
        <p:nvSpPr>
          <p:cNvPr id="31" name="Freeform: Shape 30">
            <a:extLst>
              <a:ext uri="{FF2B5EF4-FFF2-40B4-BE49-F238E27FC236}">
                <a16:creationId xmlns:a16="http://schemas.microsoft.com/office/drawing/2014/main" id="{427FB212-0636-86C9-FEDD-1D243EF46BDC}"/>
              </a:ext>
            </a:extLst>
          </p:cNvPr>
          <p:cNvSpPr/>
          <p:nvPr/>
        </p:nvSpPr>
        <p:spPr>
          <a:xfrm>
            <a:off x="4365600" y="2136159"/>
            <a:ext cx="289343" cy="338477"/>
          </a:xfrm>
          <a:custGeom>
            <a:avLst/>
            <a:gdLst>
              <a:gd name="csX0" fmla="*/ 0 w 289343"/>
              <a:gd name="csY0" fmla="*/ 67695 h 338477"/>
              <a:gd name="csX1" fmla="*/ 144672 w 289343"/>
              <a:gd name="csY1" fmla="*/ 67695 h 338477"/>
              <a:gd name="csX2" fmla="*/ 144672 w 289343"/>
              <a:gd name="csY2" fmla="*/ 0 h 338477"/>
              <a:gd name="csX3" fmla="*/ 289343 w 289343"/>
              <a:gd name="csY3" fmla="*/ 169239 h 338477"/>
              <a:gd name="csX4" fmla="*/ 144672 w 289343"/>
              <a:gd name="csY4" fmla="*/ 338477 h 338477"/>
              <a:gd name="csX5" fmla="*/ 144672 w 289343"/>
              <a:gd name="csY5" fmla="*/ 270782 h 338477"/>
              <a:gd name="csX6" fmla="*/ 0 w 289343"/>
              <a:gd name="csY6" fmla="*/ 270782 h 338477"/>
              <a:gd name="csX7" fmla="*/ 0 w 289343"/>
              <a:gd name="csY7" fmla="*/ 67695 h 3384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89343" h="338477">
                <a:moveTo>
                  <a:pt x="0" y="67695"/>
                </a:moveTo>
                <a:lnTo>
                  <a:pt x="144672" y="67695"/>
                </a:lnTo>
                <a:lnTo>
                  <a:pt x="144672" y="0"/>
                </a:lnTo>
                <a:lnTo>
                  <a:pt x="289343" y="169239"/>
                </a:lnTo>
                <a:lnTo>
                  <a:pt x="144672" y="338477"/>
                </a:lnTo>
                <a:lnTo>
                  <a:pt x="144672" y="270782"/>
                </a:lnTo>
                <a:lnTo>
                  <a:pt x="0" y="270782"/>
                </a:lnTo>
                <a:lnTo>
                  <a:pt x="0" y="67695"/>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0" tIns="67695" rIns="86803" bIns="67695" numCol="1" spcCol="1270" anchor="ctr" anchorCtr="0">
            <a:noAutofit/>
          </a:bodyPr>
          <a:lstStyle/>
          <a:p>
            <a:pPr marL="0" lvl="0" indent="0" algn="ctr" defTabSz="666750">
              <a:lnSpc>
                <a:spcPct val="90000"/>
              </a:lnSpc>
              <a:spcBef>
                <a:spcPct val="0"/>
              </a:spcBef>
              <a:spcAft>
                <a:spcPct val="35000"/>
              </a:spcAft>
              <a:buNone/>
            </a:pPr>
            <a:endParaRPr lang="en-IN" sz="1500" kern="1200"/>
          </a:p>
        </p:txBody>
      </p:sp>
      <p:sp>
        <p:nvSpPr>
          <p:cNvPr id="32" name="Freeform: Shape 31">
            <a:extLst>
              <a:ext uri="{FF2B5EF4-FFF2-40B4-BE49-F238E27FC236}">
                <a16:creationId xmlns:a16="http://schemas.microsoft.com/office/drawing/2014/main" id="{D98F7D16-A142-AFF1-E2C8-2D71CEA5EEED}"/>
              </a:ext>
            </a:extLst>
          </p:cNvPr>
          <p:cNvSpPr/>
          <p:nvPr/>
        </p:nvSpPr>
        <p:spPr>
          <a:xfrm>
            <a:off x="4775048" y="1895949"/>
            <a:ext cx="1364829" cy="818897"/>
          </a:xfrm>
          <a:custGeom>
            <a:avLst/>
            <a:gdLst>
              <a:gd name="csX0" fmla="*/ 0 w 1364829"/>
              <a:gd name="csY0" fmla="*/ 81890 h 818897"/>
              <a:gd name="csX1" fmla="*/ 81890 w 1364829"/>
              <a:gd name="csY1" fmla="*/ 0 h 818897"/>
              <a:gd name="csX2" fmla="*/ 1282939 w 1364829"/>
              <a:gd name="csY2" fmla="*/ 0 h 818897"/>
              <a:gd name="csX3" fmla="*/ 1364829 w 1364829"/>
              <a:gd name="csY3" fmla="*/ 81890 h 818897"/>
              <a:gd name="csX4" fmla="*/ 1364829 w 1364829"/>
              <a:gd name="csY4" fmla="*/ 737007 h 818897"/>
              <a:gd name="csX5" fmla="*/ 1282939 w 1364829"/>
              <a:gd name="csY5" fmla="*/ 818897 h 818897"/>
              <a:gd name="csX6" fmla="*/ 81890 w 1364829"/>
              <a:gd name="csY6" fmla="*/ 818897 h 818897"/>
              <a:gd name="csX7" fmla="*/ 0 w 1364829"/>
              <a:gd name="csY7" fmla="*/ 737007 h 818897"/>
              <a:gd name="csX8" fmla="*/ 0 w 1364829"/>
              <a:gd name="csY8" fmla="*/ 81890 h 8188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64829" h="818897">
                <a:moveTo>
                  <a:pt x="0" y="81890"/>
                </a:moveTo>
                <a:cubicBezTo>
                  <a:pt x="0" y="36663"/>
                  <a:pt x="36663" y="0"/>
                  <a:pt x="81890" y="0"/>
                </a:cubicBezTo>
                <a:lnTo>
                  <a:pt x="1282939" y="0"/>
                </a:lnTo>
                <a:cubicBezTo>
                  <a:pt x="1328166" y="0"/>
                  <a:pt x="1364829" y="36663"/>
                  <a:pt x="1364829" y="81890"/>
                </a:cubicBezTo>
                <a:lnTo>
                  <a:pt x="1364829" y="737007"/>
                </a:lnTo>
                <a:cubicBezTo>
                  <a:pt x="1364829" y="782234"/>
                  <a:pt x="1328166" y="818897"/>
                  <a:pt x="1282939" y="818897"/>
                </a:cubicBezTo>
                <a:lnTo>
                  <a:pt x="81890" y="818897"/>
                </a:lnTo>
                <a:cubicBezTo>
                  <a:pt x="36663" y="818897"/>
                  <a:pt x="0" y="782234"/>
                  <a:pt x="0" y="737007"/>
                </a:cubicBezTo>
                <a:lnTo>
                  <a:pt x="0" y="8189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0185" tIns="100185" rIns="100185" bIns="100185" numCol="1" spcCol="1270" anchor="ctr" anchorCtr="0">
            <a:noAutofit/>
          </a:bodyPr>
          <a:lstStyle/>
          <a:p>
            <a:pPr marL="0" lvl="0" indent="0" algn="ctr" defTabSz="889000">
              <a:lnSpc>
                <a:spcPct val="90000"/>
              </a:lnSpc>
              <a:spcBef>
                <a:spcPct val="0"/>
              </a:spcBef>
              <a:spcAft>
                <a:spcPct val="35000"/>
              </a:spcAft>
              <a:buNone/>
            </a:pPr>
            <a:r>
              <a:rPr lang="en-IN" sz="2000" kern="1200" dirty="0"/>
              <a:t>Launch EC2</a:t>
            </a:r>
          </a:p>
        </p:txBody>
      </p:sp>
      <p:sp>
        <p:nvSpPr>
          <p:cNvPr id="33" name="Freeform: Shape 32">
            <a:extLst>
              <a:ext uri="{FF2B5EF4-FFF2-40B4-BE49-F238E27FC236}">
                <a16:creationId xmlns:a16="http://schemas.microsoft.com/office/drawing/2014/main" id="{168887FE-E3FB-C5C8-7B79-B6A12A02D47A}"/>
              </a:ext>
            </a:extLst>
          </p:cNvPr>
          <p:cNvSpPr/>
          <p:nvPr/>
        </p:nvSpPr>
        <p:spPr>
          <a:xfrm>
            <a:off x="6276361" y="2136159"/>
            <a:ext cx="289343" cy="338477"/>
          </a:xfrm>
          <a:custGeom>
            <a:avLst/>
            <a:gdLst>
              <a:gd name="csX0" fmla="*/ 0 w 289343"/>
              <a:gd name="csY0" fmla="*/ 67695 h 338477"/>
              <a:gd name="csX1" fmla="*/ 144672 w 289343"/>
              <a:gd name="csY1" fmla="*/ 67695 h 338477"/>
              <a:gd name="csX2" fmla="*/ 144672 w 289343"/>
              <a:gd name="csY2" fmla="*/ 0 h 338477"/>
              <a:gd name="csX3" fmla="*/ 289343 w 289343"/>
              <a:gd name="csY3" fmla="*/ 169239 h 338477"/>
              <a:gd name="csX4" fmla="*/ 144672 w 289343"/>
              <a:gd name="csY4" fmla="*/ 338477 h 338477"/>
              <a:gd name="csX5" fmla="*/ 144672 w 289343"/>
              <a:gd name="csY5" fmla="*/ 270782 h 338477"/>
              <a:gd name="csX6" fmla="*/ 0 w 289343"/>
              <a:gd name="csY6" fmla="*/ 270782 h 338477"/>
              <a:gd name="csX7" fmla="*/ 0 w 289343"/>
              <a:gd name="csY7" fmla="*/ 67695 h 3384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89343" h="338477">
                <a:moveTo>
                  <a:pt x="0" y="67695"/>
                </a:moveTo>
                <a:lnTo>
                  <a:pt x="144672" y="67695"/>
                </a:lnTo>
                <a:lnTo>
                  <a:pt x="144672" y="0"/>
                </a:lnTo>
                <a:lnTo>
                  <a:pt x="289343" y="169239"/>
                </a:lnTo>
                <a:lnTo>
                  <a:pt x="144672" y="338477"/>
                </a:lnTo>
                <a:lnTo>
                  <a:pt x="144672" y="270782"/>
                </a:lnTo>
                <a:lnTo>
                  <a:pt x="0" y="270782"/>
                </a:lnTo>
                <a:lnTo>
                  <a:pt x="0" y="67695"/>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0" tIns="67695" rIns="86803" bIns="67695" numCol="1" spcCol="1270" anchor="ctr" anchorCtr="0">
            <a:noAutofit/>
          </a:bodyPr>
          <a:lstStyle/>
          <a:p>
            <a:pPr marL="0" lvl="0" indent="0" algn="ctr" defTabSz="666750">
              <a:lnSpc>
                <a:spcPct val="90000"/>
              </a:lnSpc>
              <a:spcBef>
                <a:spcPct val="0"/>
              </a:spcBef>
              <a:spcAft>
                <a:spcPct val="35000"/>
              </a:spcAft>
              <a:buNone/>
            </a:pPr>
            <a:endParaRPr lang="en-IN" sz="1500" kern="1200"/>
          </a:p>
        </p:txBody>
      </p:sp>
      <p:sp>
        <p:nvSpPr>
          <p:cNvPr id="34" name="Freeform: Shape 33">
            <a:extLst>
              <a:ext uri="{FF2B5EF4-FFF2-40B4-BE49-F238E27FC236}">
                <a16:creationId xmlns:a16="http://schemas.microsoft.com/office/drawing/2014/main" id="{4C20458F-F4AA-7FEC-8CAC-DE3270AEE06A}"/>
              </a:ext>
            </a:extLst>
          </p:cNvPr>
          <p:cNvSpPr/>
          <p:nvPr/>
        </p:nvSpPr>
        <p:spPr>
          <a:xfrm>
            <a:off x="6685809" y="1895949"/>
            <a:ext cx="1364829" cy="818897"/>
          </a:xfrm>
          <a:custGeom>
            <a:avLst/>
            <a:gdLst>
              <a:gd name="csX0" fmla="*/ 0 w 1364829"/>
              <a:gd name="csY0" fmla="*/ 81890 h 818897"/>
              <a:gd name="csX1" fmla="*/ 81890 w 1364829"/>
              <a:gd name="csY1" fmla="*/ 0 h 818897"/>
              <a:gd name="csX2" fmla="*/ 1282939 w 1364829"/>
              <a:gd name="csY2" fmla="*/ 0 h 818897"/>
              <a:gd name="csX3" fmla="*/ 1364829 w 1364829"/>
              <a:gd name="csY3" fmla="*/ 81890 h 818897"/>
              <a:gd name="csX4" fmla="*/ 1364829 w 1364829"/>
              <a:gd name="csY4" fmla="*/ 737007 h 818897"/>
              <a:gd name="csX5" fmla="*/ 1282939 w 1364829"/>
              <a:gd name="csY5" fmla="*/ 818897 h 818897"/>
              <a:gd name="csX6" fmla="*/ 81890 w 1364829"/>
              <a:gd name="csY6" fmla="*/ 818897 h 818897"/>
              <a:gd name="csX7" fmla="*/ 0 w 1364829"/>
              <a:gd name="csY7" fmla="*/ 737007 h 818897"/>
              <a:gd name="csX8" fmla="*/ 0 w 1364829"/>
              <a:gd name="csY8" fmla="*/ 81890 h 8188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64829" h="818897">
                <a:moveTo>
                  <a:pt x="0" y="81890"/>
                </a:moveTo>
                <a:cubicBezTo>
                  <a:pt x="0" y="36663"/>
                  <a:pt x="36663" y="0"/>
                  <a:pt x="81890" y="0"/>
                </a:cubicBezTo>
                <a:lnTo>
                  <a:pt x="1282939" y="0"/>
                </a:lnTo>
                <a:cubicBezTo>
                  <a:pt x="1328166" y="0"/>
                  <a:pt x="1364829" y="36663"/>
                  <a:pt x="1364829" y="81890"/>
                </a:cubicBezTo>
                <a:lnTo>
                  <a:pt x="1364829" y="737007"/>
                </a:lnTo>
                <a:cubicBezTo>
                  <a:pt x="1364829" y="782234"/>
                  <a:pt x="1328166" y="818897"/>
                  <a:pt x="1282939" y="818897"/>
                </a:cubicBezTo>
                <a:lnTo>
                  <a:pt x="81890" y="818897"/>
                </a:lnTo>
                <a:cubicBezTo>
                  <a:pt x="36663" y="818897"/>
                  <a:pt x="0" y="782234"/>
                  <a:pt x="0" y="737007"/>
                </a:cubicBezTo>
                <a:lnTo>
                  <a:pt x="0" y="8189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0185" tIns="100185" rIns="100185" bIns="100185" numCol="1" spcCol="1270" anchor="ctr" anchorCtr="0">
            <a:noAutofit/>
          </a:bodyPr>
          <a:lstStyle/>
          <a:p>
            <a:pPr marL="0" lvl="0" indent="0" algn="ctr" defTabSz="889000">
              <a:lnSpc>
                <a:spcPct val="90000"/>
              </a:lnSpc>
              <a:spcBef>
                <a:spcPct val="0"/>
              </a:spcBef>
              <a:spcAft>
                <a:spcPct val="35000"/>
              </a:spcAft>
              <a:buNone/>
            </a:pPr>
            <a:r>
              <a:rPr lang="en-IN" sz="2000" kern="1200" dirty="0"/>
              <a:t>Deploy Flask app</a:t>
            </a:r>
          </a:p>
        </p:txBody>
      </p:sp>
      <p:sp>
        <p:nvSpPr>
          <p:cNvPr id="35" name="Freeform: Shape 34">
            <a:extLst>
              <a:ext uri="{FF2B5EF4-FFF2-40B4-BE49-F238E27FC236}">
                <a16:creationId xmlns:a16="http://schemas.microsoft.com/office/drawing/2014/main" id="{C953E7E6-C73C-8E4D-172A-07B0CE94A8F5}"/>
              </a:ext>
            </a:extLst>
          </p:cNvPr>
          <p:cNvSpPr/>
          <p:nvPr/>
        </p:nvSpPr>
        <p:spPr>
          <a:xfrm>
            <a:off x="8187122" y="2136159"/>
            <a:ext cx="289343" cy="338477"/>
          </a:xfrm>
          <a:custGeom>
            <a:avLst/>
            <a:gdLst>
              <a:gd name="csX0" fmla="*/ 0 w 289343"/>
              <a:gd name="csY0" fmla="*/ 67695 h 338477"/>
              <a:gd name="csX1" fmla="*/ 144672 w 289343"/>
              <a:gd name="csY1" fmla="*/ 67695 h 338477"/>
              <a:gd name="csX2" fmla="*/ 144672 w 289343"/>
              <a:gd name="csY2" fmla="*/ 0 h 338477"/>
              <a:gd name="csX3" fmla="*/ 289343 w 289343"/>
              <a:gd name="csY3" fmla="*/ 169239 h 338477"/>
              <a:gd name="csX4" fmla="*/ 144672 w 289343"/>
              <a:gd name="csY4" fmla="*/ 338477 h 338477"/>
              <a:gd name="csX5" fmla="*/ 144672 w 289343"/>
              <a:gd name="csY5" fmla="*/ 270782 h 338477"/>
              <a:gd name="csX6" fmla="*/ 0 w 289343"/>
              <a:gd name="csY6" fmla="*/ 270782 h 338477"/>
              <a:gd name="csX7" fmla="*/ 0 w 289343"/>
              <a:gd name="csY7" fmla="*/ 67695 h 3384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89343" h="338477">
                <a:moveTo>
                  <a:pt x="0" y="67695"/>
                </a:moveTo>
                <a:lnTo>
                  <a:pt x="144672" y="67695"/>
                </a:lnTo>
                <a:lnTo>
                  <a:pt x="144672" y="0"/>
                </a:lnTo>
                <a:lnTo>
                  <a:pt x="289343" y="169239"/>
                </a:lnTo>
                <a:lnTo>
                  <a:pt x="144672" y="338477"/>
                </a:lnTo>
                <a:lnTo>
                  <a:pt x="144672" y="270782"/>
                </a:lnTo>
                <a:lnTo>
                  <a:pt x="0" y="270782"/>
                </a:lnTo>
                <a:lnTo>
                  <a:pt x="0" y="67695"/>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0" tIns="67695" rIns="86803" bIns="67695" numCol="1" spcCol="1270" anchor="ctr" anchorCtr="0">
            <a:noAutofit/>
          </a:bodyPr>
          <a:lstStyle/>
          <a:p>
            <a:pPr marL="0" lvl="0" indent="0" algn="ctr" defTabSz="666750">
              <a:lnSpc>
                <a:spcPct val="90000"/>
              </a:lnSpc>
              <a:spcBef>
                <a:spcPct val="0"/>
              </a:spcBef>
              <a:spcAft>
                <a:spcPct val="35000"/>
              </a:spcAft>
              <a:buNone/>
            </a:pPr>
            <a:endParaRPr lang="en-IN" sz="1500" kern="1200"/>
          </a:p>
        </p:txBody>
      </p:sp>
      <p:sp>
        <p:nvSpPr>
          <p:cNvPr id="36" name="Freeform: Shape 35">
            <a:extLst>
              <a:ext uri="{FF2B5EF4-FFF2-40B4-BE49-F238E27FC236}">
                <a16:creationId xmlns:a16="http://schemas.microsoft.com/office/drawing/2014/main" id="{CE189A2D-3A84-1F88-ADF0-84ABCF6A14DC}"/>
              </a:ext>
            </a:extLst>
          </p:cNvPr>
          <p:cNvSpPr/>
          <p:nvPr/>
        </p:nvSpPr>
        <p:spPr>
          <a:xfrm>
            <a:off x="8596570" y="1895949"/>
            <a:ext cx="1364829" cy="818897"/>
          </a:xfrm>
          <a:custGeom>
            <a:avLst/>
            <a:gdLst>
              <a:gd name="csX0" fmla="*/ 0 w 1364829"/>
              <a:gd name="csY0" fmla="*/ 81890 h 818897"/>
              <a:gd name="csX1" fmla="*/ 81890 w 1364829"/>
              <a:gd name="csY1" fmla="*/ 0 h 818897"/>
              <a:gd name="csX2" fmla="*/ 1282939 w 1364829"/>
              <a:gd name="csY2" fmla="*/ 0 h 818897"/>
              <a:gd name="csX3" fmla="*/ 1364829 w 1364829"/>
              <a:gd name="csY3" fmla="*/ 81890 h 818897"/>
              <a:gd name="csX4" fmla="*/ 1364829 w 1364829"/>
              <a:gd name="csY4" fmla="*/ 737007 h 818897"/>
              <a:gd name="csX5" fmla="*/ 1282939 w 1364829"/>
              <a:gd name="csY5" fmla="*/ 818897 h 818897"/>
              <a:gd name="csX6" fmla="*/ 81890 w 1364829"/>
              <a:gd name="csY6" fmla="*/ 818897 h 818897"/>
              <a:gd name="csX7" fmla="*/ 0 w 1364829"/>
              <a:gd name="csY7" fmla="*/ 737007 h 818897"/>
              <a:gd name="csX8" fmla="*/ 0 w 1364829"/>
              <a:gd name="csY8" fmla="*/ 81890 h 81889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64829" h="818897">
                <a:moveTo>
                  <a:pt x="0" y="81890"/>
                </a:moveTo>
                <a:cubicBezTo>
                  <a:pt x="0" y="36663"/>
                  <a:pt x="36663" y="0"/>
                  <a:pt x="81890" y="0"/>
                </a:cubicBezTo>
                <a:lnTo>
                  <a:pt x="1282939" y="0"/>
                </a:lnTo>
                <a:cubicBezTo>
                  <a:pt x="1328166" y="0"/>
                  <a:pt x="1364829" y="36663"/>
                  <a:pt x="1364829" y="81890"/>
                </a:cubicBezTo>
                <a:lnTo>
                  <a:pt x="1364829" y="737007"/>
                </a:lnTo>
                <a:cubicBezTo>
                  <a:pt x="1364829" y="782234"/>
                  <a:pt x="1328166" y="818897"/>
                  <a:pt x="1282939" y="818897"/>
                </a:cubicBezTo>
                <a:lnTo>
                  <a:pt x="81890" y="818897"/>
                </a:lnTo>
                <a:cubicBezTo>
                  <a:pt x="36663" y="818897"/>
                  <a:pt x="0" y="782234"/>
                  <a:pt x="0" y="737007"/>
                </a:cubicBezTo>
                <a:lnTo>
                  <a:pt x="0" y="81890"/>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100185" tIns="100185" rIns="100185" bIns="100185" numCol="1" spcCol="1270" anchor="ctr" anchorCtr="0">
            <a:noAutofit/>
          </a:bodyPr>
          <a:lstStyle/>
          <a:p>
            <a:pPr marL="0" lvl="0" indent="0" algn="ctr" defTabSz="889000">
              <a:lnSpc>
                <a:spcPct val="90000"/>
              </a:lnSpc>
              <a:spcBef>
                <a:spcPct val="0"/>
              </a:spcBef>
              <a:spcAft>
                <a:spcPct val="35000"/>
              </a:spcAft>
              <a:buNone/>
            </a:pPr>
            <a:r>
              <a:rPr lang="en-IN" sz="2000" kern="1200" dirty="0" err="1"/>
              <a:t>Gunicorn</a:t>
            </a:r>
            <a:endParaRPr lang="en-IN" sz="2000" kern="1200" dirty="0"/>
          </a:p>
        </p:txBody>
      </p:sp>
      <p:sp>
        <p:nvSpPr>
          <p:cNvPr id="38" name="Freeform: Shape 37">
            <a:extLst>
              <a:ext uri="{FF2B5EF4-FFF2-40B4-BE49-F238E27FC236}">
                <a16:creationId xmlns:a16="http://schemas.microsoft.com/office/drawing/2014/main" id="{9FCAB34D-88F5-8FA6-0CFC-21E8C19F4560}"/>
              </a:ext>
            </a:extLst>
          </p:cNvPr>
          <p:cNvSpPr/>
          <p:nvPr/>
        </p:nvSpPr>
        <p:spPr>
          <a:xfrm>
            <a:off x="8439581" y="4330226"/>
            <a:ext cx="1230312" cy="738187"/>
          </a:xfrm>
          <a:custGeom>
            <a:avLst/>
            <a:gdLst>
              <a:gd name="csX0" fmla="*/ 0 w 1230312"/>
              <a:gd name="csY0" fmla="*/ 73819 h 738187"/>
              <a:gd name="csX1" fmla="*/ 73819 w 1230312"/>
              <a:gd name="csY1" fmla="*/ 0 h 738187"/>
              <a:gd name="csX2" fmla="*/ 1156493 w 1230312"/>
              <a:gd name="csY2" fmla="*/ 0 h 738187"/>
              <a:gd name="csX3" fmla="*/ 1230312 w 1230312"/>
              <a:gd name="csY3" fmla="*/ 73819 h 738187"/>
              <a:gd name="csX4" fmla="*/ 1230312 w 1230312"/>
              <a:gd name="csY4" fmla="*/ 664368 h 738187"/>
              <a:gd name="csX5" fmla="*/ 1156493 w 1230312"/>
              <a:gd name="csY5" fmla="*/ 738187 h 738187"/>
              <a:gd name="csX6" fmla="*/ 73819 w 1230312"/>
              <a:gd name="csY6" fmla="*/ 738187 h 738187"/>
              <a:gd name="csX7" fmla="*/ 0 w 1230312"/>
              <a:gd name="csY7" fmla="*/ 664368 h 738187"/>
              <a:gd name="csX8" fmla="*/ 0 w 1230312"/>
              <a:gd name="csY8" fmla="*/ 73819 h 73818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230312" h="738187">
                <a:moveTo>
                  <a:pt x="0" y="73819"/>
                </a:moveTo>
                <a:cubicBezTo>
                  <a:pt x="0" y="33050"/>
                  <a:pt x="33050" y="0"/>
                  <a:pt x="73819" y="0"/>
                </a:cubicBezTo>
                <a:lnTo>
                  <a:pt x="1156493" y="0"/>
                </a:lnTo>
                <a:cubicBezTo>
                  <a:pt x="1197262" y="0"/>
                  <a:pt x="1230312" y="33050"/>
                  <a:pt x="1230312" y="73819"/>
                </a:cubicBezTo>
                <a:lnTo>
                  <a:pt x="1230312" y="664368"/>
                </a:lnTo>
                <a:cubicBezTo>
                  <a:pt x="1230312" y="705137"/>
                  <a:pt x="1197262" y="738187"/>
                  <a:pt x="1156493" y="738187"/>
                </a:cubicBezTo>
                <a:lnTo>
                  <a:pt x="73819" y="738187"/>
                </a:lnTo>
                <a:cubicBezTo>
                  <a:pt x="33050" y="738187"/>
                  <a:pt x="0" y="705137"/>
                  <a:pt x="0" y="664368"/>
                </a:cubicBezTo>
                <a:lnTo>
                  <a:pt x="0" y="7381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7821" tIns="97821" rIns="97821" bIns="97821" numCol="1" spcCol="1270" anchor="ctr" anchorCtr="0">
            <a:noAutofit/>
          </a:bodyPr>
          <a:lstStyle/>
          <a:p>
            <a:pPr marL="0" lvl="0" indent="0" algn="ctr" defTabSz="889000">
              <a:lnSpc>
                <a:spcPct val="90000"/>
              </a:lnSpc>
              <a:spcBef>
                <a:spcPct val="0"/>
              </a:spcBef>
              <a:spcAft>
                <a:spcPct val="35000"/>
              </a:spcAft>
              <a:buNone/>
            </a:pPr>
            <a:r>
              <a:rPr lang="en-IN" sz="2000" kern="1200" dirty="0"/>
              <a:t>Nginx</a:t>
            </a:r>
          </a:p>
        </p:txBody>
      </p:sp>
      <p:sp>
        <p:nvSpPr>
          <p:cNvPr id="39" name="Freeform: Shape 38">
            <a:extLst>
              <a:ext uri="{FF2B5EF4-FFF2-40B4-BE49-F238E27FC236}">
                <a16:creationId xmlns:a16="http://schemas.microsoft.com/office/drawing/2014/main" id="{DA49F437-A23B-8BAB-54E3-61E182A34C5A}"/>
              </a:ext>
            </a:extLst>
          </p:cNvPr>
          <p:cNvSpPr/>
          <p:nvPr/>
        </p:nvSpPr>
        <p:spPr>
          <a:xfrm>
            <a:off x="8055724" y="4546761"/>
            <a:ext cx="260826" cy="305118"/>
          </a:xfrm>
          <a:custGeom>
            <a:avLst/>
            <a:gdLst>
              <a:gd name="csX0" fmla="*/ 0 w 260826"/>
              <a:gd name="csY0" fmla="*/ 61023 h 305117"/>
              <a:gd name="csX1" fmla="*/ 130413 w 260826"/>
              <a:gd name="csY1" fmla="*/ 61023 h 305117"/>
              <a:gd name="csX2" fmla="*/ 130413 w 260826"/>
              <a:gd name="csY2" fmla="*/ 0 h 305117"/>
              <a:gd name="csX3" fmla="*/ 260826 w 260826"/>
              <a:gd name="csY3" fmla="*/ 152559 h 305117"/>
              <a:gd name="csX4" fmla="*/ 130413 w 260826"/>
              <a:gd name="csY4" fmla="*/ 305117 h 305117"/>
              <a:gd name="csX5" fmla="*/ 130413 w 260826"/>
              <a:gd name="csY5" fmla="*/ 244094 h 305117"/>
              <a:gd name="csX6" fmla="*/ 0 w 260826"/>
              <a:gd name="csY6" fmla="*/ 244094 h 305117"/>
              <a:gd name="csX7" fmla="*/ 0 w 260826"/>
              <a:gd name="csY7" fmla="*/ 61023 h 3051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60826" h="305117">
                <a:moveTo>
                  <a:pt x="260826" y="244094"/>
                </a:moveTo>
                <a:lnTo>
                  <a:pt x="130413" y="244094"/>
                </a:lnTo>
                <a:lnTo>
                  <a:pt x="130413" y="305117"/>
                </a:lnTo>
                <a:lnTo>
                  <a:pt x="0" y="152558"/>
                </a:lnTo>
                <a:lnTo>
                  <a:pt x="130413" y="0"/>
                </a:lnTo>
                <a:lnTo>
                  <a:pt x="130413" y="61023"/>
                </a:lnTo>
                <a:lnTo>
                  <a:pt x="260826" y="61023"/>
                </a:lnTo>
                <a:lnTo>
                  <a:pt x="260826" y="244094"/>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78248" tIns="61023" rIns="0" bIns="61024" numCol="1" spcCol="1270" anchor="ctr" anchorCtr="0">
            <a:noAutofit/>
          </a:bodyPr>
          <a:lstStyle/>
          <a:p>
            <a:pPr marL="0" lvl="0" indent="0" algn="ctr" defTabSz="577850">
              <a:lnSpc>
                <a:spcPct val="90000"/>
              </a:lnSpc>
              <a:spcBef>
                <a:spcPct val="0"/>
              </a:spcBef>
              <a:spcAft>
                <a:spcPct val="35000"/>
              </a:spcAft>
              <a:buNone/>
            </a:pPr>
            <a:endParaRPr lang="en-IN" sz="1300" kern="1200"/>
          </a:p>
        </p:txBody>
      </p:sp>
      <p:sp>
        <p:nvSpPr>
          <p:cNvPr id="40" name="Freeform: Shape 39">
            <a:extLst>
              <a:ext uri="{FF2B5EF4-FFF2-40B4-BE49-F238E27FC236}">
                <a16:creationId xmlns:a16="http://schemas.microsoft.com/office/drawing/2014/main" id="{C90E963D-E8DF-FD82-BD10-26B2385BBD1A}"/>
              </a:ext>
            </a:extLst>
          </p:cNvPr>
          <p:cNvSpPr/>
          <p:nvPr/>
        </p:nvSpPr>
        <p:spPr>
          <a:xfrm>
            <a:off x="6717144" y="4330226"/>
            <a:ext cx="1230312" cy="738187"/>
          </a:xfrm>
          <a:custGeom>
            <a:avLst/>
            <a:gdLst>
              <a:gd name="csX0" fmla="*/ 0 w 1230312"/>
              <a:gd name="csY0" fmla="*/ 73819 h 738187"/>
              <a:gd name="csX1" fmla="*/ 73819 w 1230312"/>
              <a:gd name="csY1" fmla="*/ 0 h 738187"/>
              <a:gd name="csX2" fmla="*/ 1156493 w 1230312"/>
              <a:gd name="csY2" fmla="*/ 0 h 738187"/>
              <a:gd name="csX3" fmla="*/ 1230312 w 1230312"/>
              <a:gd name="csY3" fmla="*/ 73819 h 738187"/>
              <a:gd name="csX4" fmla="*/ 1230312 w 1230312"/>
              <a:gd name="csY4" fmla="*/ 664368 h 738187"/>
              <a:gd name="csX5" fmla="*/ 1156493 w 1230312"/>
              <a:gd name="csY5" fmla="*/ 738187 h 738187"/>
              <a:gd name="csX6" fmla="*/ 73819 w 1230312"/>
              <a:gd name="csY6" fmla="*/ 738187 h 738187"/>
              <a:gd name="csX7" fmla="*/ 0 w 1230312"/>
              <a:gd name="csY7" fmla="*/ 664368 h 738187"/>
              <a:gd name="csX8" fmla="*/ 0 w 1230312"/>
              <a:gd name="csY8" fmla="*/ 73819 h 73818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230312" h="738187">
                <a:moveTo>
                  <a:pt x="0" y="73819"/>
                </a:moveTo>
                <a:cubicBezTo>
                  <a:pt x="0" y="33050"/>
                  <a:pt x="33050" y="0"/>
                  <a:pt x="73819" y="0"/>
                </a:cubicBezTo>
                <a:lnTo>
                  <a:pt x="1156493" y="0"/>
                </a:lnTo>
                <a:cubicBezTo>
                  <a:pt x="1197262" y="0"/>
                  <a:pt x="1230312" y="33050"/>
                  <a:pt x="1230312" y="73819"/>
                </a:cubicBezTo>
                <a:lnTo>
                  <a:pt x="1230312" y="664368"/>
                </a:lnTo>
                <a:cubicBezTo>
                  <a:pt x="1230312" y="705137"/>
                  <a:pt x="1197262" y="738187"/>
                  <a:pt x="1156493" y="738187"/>
                </a:cubicBezTo>
                <a:lnTo>
                  <a:pt x="73819" y="738187"/>
                </a:lnTo>
                <a:cubicBezTo>
                  <a:pt x="33050" y="738187"/>
                  <a:pt x="0" y="705137"/>
                  <a:pt x="0" y="664368"/>
                </a:cubicBezTo>
                <a:lnTo>
                  <a:pt x="0" y="7381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7821" tIns="97821" rIns="97821" bIns="97821" numCol="1" spcCol="1270" anchor="ctr" anchorCtr="0">
            <a:noAutofit/>
          </a:bodyPr>
          <a:lstStyle/>
          <a:p>
            <a:pPr marL="0" lvl="0" indent="0" algn="ctr" defTabSz="889000">
              <a:lnSpc>
                <a:spcPct val="90000"/>
              </a:lnSpc>
              <a:spcBef>
                <a:spcPct val="0"/>
              </a:spcBef>
              <a:spcAft>
                <a:spcPct val="35000"/>
              </a:spcAft>
              <a:buNone/>
            </a:pPr>
            <a:r>
              <a:rPr lang="en-IN" sz="2000" kern="1200" dirty="0"/>
              <a:t>SSL</a:t>
            </a:r>
          </a:p>
        </p:txBody>
      </p:sp>
      <p:sp>
        <p:nvSpPr>
          <p:cNvPr id="41" name="Freeform: Shape 40">
            <a:extLst>
              <a:ext uri="{FF2B5EF4-FFF2-40B4-BE49-F238E27FC236}">
                <a16:creationId xmlns:a16="http://schemas.microsoft.com/office/drawing/2014/main" id="{0EBD13B5-0A19-A2BE-8A90-D01F53D44B46}"/>
              </a:ext>
            </a:extLst>
          </p:cNvPr>
          <p:cNvSpPr/>
          <p:nvPr/>
        </p:nvSpPr>
        <p:spPr>
          <a:xfrm>
            <a:off x="6333286" y="4546761"/>
            <a:ext cx="260826" cy="305118"/>
          </a:xfrm>
          <a:custGeom>
            <a:avLst/>
            <a:gdLst>
              <a:gd name="csX0" fmla="*/ 0 w 260826"/>
              <a:gd name="csY0" fmla="*/ 61023 h 305117"/>
              <a:gd name="csX1" fmla="*/ 130413 w 260826"/>
              <a:gd name="csY1" fmla="*/ 61023 h 305117"/>
              <a:gd name="csX2" fmla="*/ 130413 w 260826"/>
              <a:gd name="csY2" fmla="*/ 0 h 305117"/>
              <a:gd name="csX3" fmla="*/ 260826 w 260826"/>
              <a:gd name="csY3" fmla="*/ 152559 h 305117"/>
              <a:gd name="csX4" fmla="*/ 130413 w 260826"/>
              <a:gd name="csY4" fmla="*/ 305117 h 305117"/>
              <a:gd name="csX5" fmla="*/ 130413 w 260826"/>
              <a:gd name="csY5" fmla="*/ 244094 h 305117"/>
              <a:gd name="csX6" fmla="*/ 0 w 260826"/>
              <a:gd name="csY6" fmla="*/ 244094 h 305117"/>
              <a:gd name="csX7" fmla="*/ 0 w 260826"/>
              <a:gd name="csY7" fmla="*/ 61023 h 3051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60826" h="305117">
                <a:moveTo>
                  <a:pt x="260826" y="244094"/>
                </a:moveTo>
                <a:lnTo>
                  <a:pt x="130413" y="244094"/>
                </a:lnTo>
                <a:lnTo>
                  <a:pt x="130413" y="305117"/>
                </a:lnTo>
                <a:lnTo>
                  <a:pt x="0" y="152558"/>
                </a:lnTo>
                <a:lnTo>
                  <a:pt x="130413" y="0"/>
                </a:lnTo>
                <a:lnTo>
                  <a:pt x="130413" y="61023"/>
                </a:lnTo>
                <a:lnTo>
                  <a:pt x="260826" y="61023"/>
                </a:lnTo>
                <a:lnTo>
                  <a:pt x="260826" y="244094"/>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78248" tIns="61023" rIns="0" bIns="61024" numCol="1" spcCol="1270" anchor="ctr" anchorCtr="0">
            <a:noAutofit/>
          </a:bodyPr>
          <a:lstStyle/>
          <a:p>
            <a:pPr marL="0" lvl="0" indent="0" algn="ctr" defTabSz="577850">
              <a:lnSpc>
                <a:spcPct val="90000"/>
              </a:lnSpc>
              <a:spcBef>
                <a:spcPct val="0"/>
              </a:spcBef>
              <a:spcAft>
                <a:spcPct val="35000"/>
              </a:spcAft>
              <a:buNone/>
            </a:pPr>
            <a:endParaRPr lang="en-IN" sz="1300" kern="1200"/>
          </a:p>
        </p:txBody>
      </p:sp>
      <p:sp>
        <p:nvSpPr>
          <p:cNvPr id="42" name="Freeform: Shape 41">
            <a:extLst>
              <a:ext uri="{FF2B5EF4-FFF2-40B4-BE49-F238E27FC236}">
                <a16:creationId xmlns:a16="http://schemas.microsoft.com/office/drawing/2014/main" id="{277D5D09-0042-B511-7BE6-BC6F1DE67170}"/>
              </a:ext>
            </a:extLst>
          </p:cNvPr>
          <p:cNvSpPr/>
          <p:nvPr/>
        </p:nvSpPr>
        <p:spPr>
          <a:xfrm>
            <a:off x="4994706" y="4330226"/>
            <a:ext cx="1230312" cy="738187"/>
          </a:xfrm>
          <a:custGeom>
            <a:avLst/>
            <a:gdLst>
              <a:gd name="csX0" fmla="*/ 0 w 1230312"/>
              <a:gd name="csY0" fmla="*/ 73819 h 738187"/>
              <a:gd name="csX1" fmla="*/ 73819 w 1230312"/>
              <a:gd name="csY1" fmla="*/ 0 h 738187"/>
              <a:gd name="csX2" fmla="*/ 1156493 w 1230312"/>
              <a:gd name="csY2" fmla="*/ 0 h 738187"/>
              <a:gd name="csX3" fmla="*/ 1230312 w 1230312"/>
              <a:gd name="csY3" fmla="*/ 73819 h 738187"/>
              <a:gd name="csX4" fmla="*/ 1230312 w 1230312"/>
              <a:gd name="csY4" fmla="*/ 664368 h 738187"/>
              <a:gd name="csX5" fmla="*/ 1156493 w 1230312"/>
              <a:gd name="csY5" fmla="*/ 738187 h 738187"/>
              <a:gd name="csX6" fmla="*/ 73819 w 1230312"/>
              <a:gd name="csY6" fmla="*/ 738187 h 738187"/>
              <a:gd name="csX7" fmla="*/ 0 w 1230312"/>
              <a:gd name="csY7" fmla="*/ 664368 h 738187"/>
              <a:gd name="csX8" fmla="*/ 0 w 1230312"/>
              <a:gd name="csY8" fmla="*/ 73819 h 73818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230312" h="738187">
                <a:moveTo>
                  <a:pt x="0" y="73819"/>
                </a:moveTo>
                <a:cubicBezTo>
                  <a:pt x="0" y="33050"/>
                  <a:pt x="33050" y="0"/>
                  <a:pt x="73819" y="0"/>
                </a:cubicBezTo>
                <a:lnTo>
                  <a:pt x="1156493" y="0"/>
                </a:lnTo>
                <a:cubicBezTo>
                  <a:pt x="1197262" y="0"/>
                  <a:pt x="1230312" y="33050"/>
                  <a:pt x="1230312" y="73819"/>
                </a:cubicBezTo>
                <a:lnTo>
                  <a:pt x="1230312" y="664368"/>
                </a:lnTo>
                <a:cubicBezTo>
                  <a:pt x="1230312" y="705137"/>
                  <a:pt x="1197262" y="738187"/>
                  <a:pt x="1156493" y="738187"/>
                </a:cubicBezTo>
                <a:lnTo>
                  <a:pt x="73819" y="738187"/>
                </a:lnTo>
                <a:cubicBezTo>
                  <a:pt x="33050" y="738187"/>
                  <a:pt x="0" y="705137"/>
                  <a:pt x="0" y="664368"/>
                </a:cubicBezTo>
                <a:lnTo>
                  <a:pt x="0" y="7381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7821" tIns="97821" rIns="97821" bIns="97821" numCol="1" spcCol="1270" anchor="ctr" anchorCtr="0">
            <a:noAutofit/>
          </a:bodyPr>
          <a:lstStyle/>
          <a:p>
            <a:pPr marL="0" lvl="0" indent="0" algn="ctr" defTabSz="889000">
              <a:lnSpc>
                <a:spcPct val="90000"/>
              </a:lnSpc>
              <a:spcBef>
                <a:spcPct val="0"/>
              </a:spcBef>
              <a:spcAft>
                <a:spcPct val="35000"/>
              </a:spcAft>
              <a:buNone/>
            </a:pPr>
            <a:r>
              <a:rPr lang="en-IN" sz="2000" kern="1200"/>
              <a:t>Route53</a:t>
            </a:r>
          </a:p>
        </p:txBody>
      </p:sp>
      <p:sp>
        <p:nvSpPr>
          <p:cNvPr id="43" name="Freeform: Shape 42">
            <a:extLst>
              <a:ext uri="{FF2B5EF4-FFF2-40B4-BE49-F238E27FC236}">
                <a16:creationId xmlns:a16="http://schemas.microsoft.com/office/drawing/2014/main" id="{20BAAEE7-CD3F-FB93-64FC-CE8DBCE30A45}"/>
              </a:ext>
            </a:extLst>
          </p:cNvPr>
          <p:cNvSpPr/>
          <p:nvPr/>
        </p:nvSpPr>
        <p:spPr>
          <a:xfrm>
            <a:off x="4610849" y="4546761"/>
            <a:ext cx="260826" cy="305117"/>
          </a:xfrm>
          <a:custGeom>
            <a:avLst/>
            <a:gdLst>
              <a:gd name="csX0" fmla="*/ 0 w 260826"/>
              <a:gd name="csY0" fmla="*/ 61023 h 305117"/>
              <a:gd name="csX1" fmla="*/ 130413 w 260826"/>
              <a:gd name="csY1" fmla="*/ 61023 h 305117"/>
              <a:gd name="csX2" fmla="*/ 130413 w 260826"/>
              <a:gd name="csY2" fmla="*/ 0 h 305117"/>
              <a:gd name="csX3" fmla="*/ 260826 w 260826"/>
              <a:gd name="csY3" fmla="*/ 152559 h 305117"/>
              <a:gd name="csX4" fmla="*/ 130413 w 260826"/>
              <a:gd name="csY4" fmla="*/ 305117 h 305117"/>
              <a:gd name="csX5" fmla="*/ 130413 w 260826"/>
              <a:gd name="csY5" fmla="*/ 244094 h 305117"/>
              <a:gd name="csX6" fmla="*/ 0 w 260826"/>
              <a:gd name="csY6" fmla="*/ 244094 h 305117"/>
              <a:gd name="csX7" fmla="*/ 0 w 260826"/>
              <a:gd name="csY7" fmla="*/ 61023 h 3051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60826" h="305117">
                <a:moveTo>
                  <a:pt x="260826" y="244094"/>
                </a:moveTo>
                <a:lnTo>
                  <a:pt x="130413" y="244094"/>
                </a:lnTo>
                <a:lnTo>
                  <a:pt x="130413" y="305117"/>
                </a:lnTo>
                <a:lnTo>
                  <a:pt x="0" y="152558"/>
                </a:lnTo>
                <a:lnTo>
                  <a:pt x="130413" y="0"/>
                </a:lnTo>
                <a:lnTo>
                  <a:pt x="130413" y="61023"/>
                </a:lnTo>
                <a:lnTo>
                  <a:pt x="260826" y="61023"/>
                </a:lnTo>
                <a:lnTo>
                  <a:pt x="260826" y="244094"/>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78248" tIns="61023" rIns="0" bIns="61023" numCol="1" spcCol="1270" anchor="ctr" anchorCtr="0">
            <a:noAutofit/>
          </a:bodyPr>
          <a:lstStyle/>
          <a:p>
            <a:pPr marL="0" lvl="0" indent="0" algn="ctr" defTabSz="577850">
              <a:lnSpc>
                <a:spcPct val="90000"/>
              </a:lnSpc>
              <a:spcBef>
                <a:spcPct val="0"/>
              </a:spcBef>
              <a:spcAft>
                <a:spcPct val="35000"/>
              </a:spcAft>
              <a:buNone/>
            </a:pPr>
            <a:endParaRPr lang="en-IN" sz="1300" kern="1200"/>
          </a:p>
        </p:txBody>
      </p:sp>
      <p:sp>
        <p:nvSpPr>
          <p:cNvPr id="44" name="Freeform: Shape 43">
            <a:extLst>
              <a:ext uri="{FF2B5EF4-FFF2-40B4-BE49-F238E27FC236}">
                <a16:creationId xmlns:a16="http://schemas.microsoft.com/office/drawing/2014/main" id="{5228FA83-CA91-646E-0C19-BFB3A813C649}"/>
              </a:ext>
            </a:extLst>
          </p:cNvPr>
          <p:cNvSpPr/>
          <p:nvPr/>
        </p:nvSpPr>
        <p:spPr>
          <a:xfrm>
            <a:off x="3272269" y="4330226"/>
            <a:ext cx="1230312" cy="738187"/>
          </a:xfrm>
          <a:custGeom>
            <a:avLst/>
            <a:gdLst>
              <a:gd name="csX0" fmla="*/ 0 w 1230312"/>
              <a:gd name="csY0" fmla="*/ 73819 h 738187"/>
              <a:gd name="csX1" fmla="*/ 73819 w 1230312"/>
              <a:gd name="csY1" fmla="*/ 0 h 738187"/>
              <a:gd name="csX2" fmla="*/ 1156493 w 1230312"/>
              <a:gd name="csY2" fmla="*/ 0 h 738187"/>
              <a:gd name="csX3" fmla="*/ 1230312 w 1230312"/>
              <a:gd name="csY3" fmla="*/ 73819 h 738187"/>
              <a:gd name="csX4" fmla="*/ 1230312 w 1230312"/>
              <a:gd name="csY4" fmla="*/ 664368 h 738187"/>
              <a:gd name="csX5" fmla="*/ 1156493 w 1230312"/>
              <a:gd name="csY5" fmla="*/ 738187 h 738187"/>
              <a:gd name="csX6" fmla="*/ 73819 w 1230312"/>
              <a:gd name="csY6" fmla="*/ 738187 h 738187"/>
              <a:gd name="csX7" fmla="*/ 0 w 1230312"/>
              <a:gd name="csY7" fmla="*/ 664368 h 738187"/>
              <a:gd name="csX8" fmla="*/ 0 w 1230312"/>
              <a:gd name="csY8" fmla="*/ 73819 h 73818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230312" h="738187">
                <a:moveTo>
                  <a:pt x="0" y="73819"/>
                </a:moveTo>
                <a:cubicBezTo>
                  <a:pt x="0" y="33050"/>
                  <a:pt x="33050" y="0"/>
                  <a:pt x="73819" y="0"/>
                </a:cubicBezTo>
                <a:lnTo>
                  <a:pt x="1156493" y="0"/>
                </a:lnTo>
                <a:cubicBezTo>
                  <a:pt x="1197262" y="0"/>
                  <a:pt x="1230312" y="33050"/>
                  <a:pt x="1230312" y="73819"/>
                </a:cubicBezTo>
                <a:lnTo>
                  <a:pt x="1230312" y="664368"/>
                </a:lnTo>
                <a:cubicBezTo>
                  <a:pt x="1230312" y="705137"/>
                  <a:pt x="1197262" y="738187"/>
                  <a:pt x="1156493" y="738187"/>
                </a:cubicBezTo>
                <a:lnTo>
                  <a:pt x="73819" y="738187"/>
                </a:lnTo>
                <a:cubicBezTo>
                  <a:pt x="33050" y="738187"/>
                  <a:pt x="0" y="705137"/>
                  <a:pt x="0" y="664368"/>
                </a:cubicBezTo>
                <a:lnTo>
                  <a:pt x="0" y="7381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7821" tIns="97821" rIns="97821" bIns="97821" numCol="1" spcCol="1270" anchor="ctr" anchorCtr="0">
            <a:noAutofit/>
          </a:bodyPr>
          <a:lstStyle/>
          <a:p>
            <a:pPr marL="0" lvl="0" indent="0" algn="ctr" defTabSz="889000">
              <a:lnSpc>
                <a:spcPct val="90000"/>
              </a:lnSpc>
              <a:spcBef>
                <a:spcPct val="0"/>
              </a:spcBef>
              <a:spcAft>
                <a:spcPct val="35000"/>
              </a:spcAft>
              <a:buNone/>
            </a:pPr>
            <a:r>
              <a:rPr lang="en-IN" sz="2000" kern="1200" dirty="0"/>
              <a:t>Load Balancer</a:t>
            </a:r>
          </a:p>
        </p:txBody>
      </p:sp>
      <p:sp>
        <p:nvSpPr>
          <p:cNvPr id="45" name="Freeform: Shape 44">
            <a:extLst>
              <a:ext uri="{FF2B5EF4-FFF2-40B4-BE49-F238E27FC236}">
                <a16:creationId xmlns:a16="http://schemas.microsoft.com/office/drawing/2014/main" id="{3D8B8730-1F85-C9D3-A05C-1E9ED8C66C33}"/>
              </a:ext>
            </a:extLst>
          </p:cNvPr>
          <p:cNvSpPr/>
          <p:nvPr/>
        </p:nvSpPr>
        <p:spPr>
          <a:xfrm>
            <a:off x="2888411" y="4546760"/>
            <a:ext cx="260827" cy="305118"/>
          </a:xfrm>
          <a:custGeom>
            <a:avLst/>
            <a:gdLst>
              <a:gd name="csX0" fmla="*/ 0 w 260826"/>
              <a:gd name="csY0" fmla="*/ 61023 h 305117"/>
              <a:gd name="csX1" fmla="*/ 130413 w 260826"/>
              <a:gd name="csY1" fmla="*/ 61023 h 305117"/>
              <a:gd name="csX2" fmla="*/ 130413 w 260826"/>
              <a:gd name="csY2" fmla="*/ 0 h 305117"/>
              <a:gd name="csX3" fmla="*/ 260826 w 260826"/>
              <a:gd name="csY3" fmla="*/ 152559 h 305117"/>
              <a:gd name="csX4" fmla="*/ 130413 w 260826"/>
              <a:gd name="csY4" fmla="*/ 305117 h 305117"/>
              <a:gd name="csX5" fmla="*/ 130413 w 260826"/>
              <a:gd name="csY5" fmla="*/ 244094 h 305117"/>
              <a:gd name="csX6" fmla="*/ 0 w 260826"/>
              <a:gd name="csY6" fmla="*/ 244094 h 305117"/>
              <a:gd name="csX7" fmla="*/ 0 w 260826"/>
              <a:gd name="csY7" fmla="*/ 61023 h 3051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260826" h="305117">
                <a:moveTo>
                  <a:pt x="260826" y="244094"/>
                </a:moveTo>
                <a:lnTo>
                  <a:pt x="130413" y="244094"/>
                </a:lnTo>
                <a:lnTo>
                  <a:pt x="130413" y="305117"/>
                </a:lnTo>
                <a:lnTo>
                  <a:pt x="0" y="152558"/>
                </a:lnTo>
                <a:lnTo>
                  <a:pt x="130413" y="0"/>
                </a:lnTo>
                <a:lnTo>
                  <a:pt x="130413" y="61023"/>
                </a:lnTo>
                <a:lnTo>
                  <a:pt x="260826" y="61023"/>
                </a:lnTo>
                <a:lnTo>
                  <a:pt x="260826" y="244094"/>
                </a:lnTo>
                <a:close/>
              </a:path>
            </a:pathLst>
          </a:cu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spcFirstLastPara="0" vert="horz" wrap="square" lIns="78248" tIns="61024" rIns="1" bIns="61023" numCol="1" spcCol="1270" anchor="ctr" anchorCtr="0">
            <a:noAutofit/>
          </a:bodyPr>
          <a:lstStyle/>
          <a:p>
            <a:pPr marL="0" lvl="0" indent="0" algn="ctr" defTabSz="577850">
              <a:lnSpc>
                <a:spcPct val="90000"/>
              </a:lnSpc>
              <a:spcBef>
                <a:spcPct val="0"/>
              </a:spcBef>
              <a:spcAft>
                <a:spcPct val="35000"/>
              </a:spcAft>
              <a:buNone/>
            </a:pPr>
            <a:endParaRPr lang="en-IN" sz="1300" kern="1200"/>
          </a:p>
        </p:txBody>
      </p:sp>
      <p:sp>
        <p:nvSpPr>
          <p:cNvPr id="46" name="Freeform: Shape 45">
            <a:extLst>
              <a:ext uri="{FF2B5EF4-FFF2-40B4-BE49-F238E27FC236}">
                <a16:creationId xmlns:a16="http://schemas.microsoft.com/office/drawing/2014/main" id="{0D16E86F-AEE9-B97D-D4B7-EADA465CC12E}"/>
              </a:ext>
            </a:extLst>
          </p:cNvPr>
          <p:cNvSpPr/>
          <p:nvPr/>
        </p:nvSpPr>
        <p:spPr>
          <a:xfrm>
            <a:off x="1549831" y="4330226"/>
            <a:ext cx="1230312" cy="738187"/>
          </a:xfrm>
          <a:custGeom>
            <a:avLst/>
            <a:gdLst>
              <a:gd name="csX0" fmla="*/ 0 w 1230312"/>
              <a:gd name="csY0" fmla="*/ 73819 h 738187"/>
              <a:gd name="csX1" fmla="*/ 73819 w 1230312"/>
              <a:gd name="csY1" fmla="*/ 0 h 738187"/>
              <a:gd name="csX2" fmla="*/ 1156493 w 1230312"/>
              <a:gd name="csY2" fmla="*/ 0 h 738187"/>
              <a:gd name="csX3" fmla="*/ 1230312 w 1230312"/>
              <a:gd name="csY3" fmla="*/ 73819 h 738187"/>
              <a:gd name="csX4" fmla="*/ 1230312 w 1230312"/>
              <a:gd name="csY4" fmla="*/ 664368 h 738187"/>
              <a:gd name="csX5" fmla="*/ 1156493 w 1230312"/>
              <a:gd name="csY5" fmla="*/ 738187 h 738187"/>
              <a:gd name="csX6" fmla="*/ 73819 w 1230312"/>
              <a:gd name="csY6" fmla="*/ 738187 h 738187"/>
              <a:gd name="csX7" fmla="*/ 0 w 1230312"/>
              <a:gd name="csY7" fmla="*/ 664368 h 738187"/>
              <a:gd name="csX8" fmla="*/ 0 w 1230312"/>
              <a:gd name="csY8" fmla="*/ 73819 h 73818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230312" h="738187">
                <a:moveTo>
                  <a:pt x="0" y="73819"/>
                </a:moveTo>
                <a:cubicBezTo>
                  <a:pt x="0" y="33050"/>
                  <a:pt x="33050" y="0"/>
                  <a:pt x="73819" y="0"/>
                </a:cubicBezTo>
                <a:lnTo>
                  <a:pt x="1156493" y="0"/>
                </a:lnTo>
                <a:cubicBezTo>
                  <a:pt x="1197262" y="0"/>
                  <a:pt x="1230312" y="33050"/>
                  <a:pt x="1230312" y="73819"/>
                </a:cubicBezTo>
                <a:lnTo>
                  <a:pt x="1230312" y="664368"/>
                </a:lnTo>
                <a:cubicBezTo>
                  <a:pt x="1230312" y="705137"/>
                  <a:pt x="1197262" y="738187"/>
                  <a:pt x="1156493" y="738187"/>
                </a:cubicBezTo>
                <a:lnTo>
                  <a:pt x="73819" y="738187"/>
                </a:lnTo>
                <a:cubicBezTo>
                  <a:pt x="33050" y="738187"/>
                  <a:pt x="0" y="705137"/>
                  <a:pt x="0" y="664368"/>
                </a:cubicBezTo>
                <a:lnTo>
                  <a:pt x="0" y="73819"/>
                </a:ln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7821" tIns="97821" rIns="97821" bIns="97821" numCol="1" spcCol="1270" anchor="ctr" anchorCtr="0">
            <a:noAutofit/>
          </a:bodyPr>
          <a:lstStyle/>
          <a:p>
            <a:pPr marL="0" lvl="0" indent="0" algn="ctr" defTabSz="889000">
              <a:lnSpc>
                <a:spcPct val="90000"/>
              </a:lnSpc>
              <a:spcBef>
                <a:spcPct val="0"/>
              </a:spcBef>
              <a:spcAft>
                <a:spcPct val="35000"/>
              </a:spcAft>
              <a:buNone/>
            </a:pPr>
            <a:r>
              <a:rPr lang="en-IN" sz="2000" kern="1200" dirty="0"/>
              <a:t>Auto Scaling</a:t>
            </a:r>
          </a:p>
        </p:txBody>
      </p:sp>
      <p:sp>
        <p:nvSpPr>
          <p:cNvPr id="26" name="Arrow: Curved Right 25">
            <a:extLst>
              <a:ext uri="{FF2B5EF4-FFF2-40B4-BE49-F238E27FC236}">
                <a16:creationId xmlns:a16="http://schemas.microsoft.com/office/drawing/2014/main" id="{A96916A3-0369-517F-EC4D-E5C98FB2A342}"/>
              </a:ext>
            </a:extLst>
          </p:cNvPr>
          <p:cNvSpPr/>
          <p:nvPr/>
        </p:nvSpPr>
        <p:spPr>
          <a:xfrm flipH="1">
            <a:off x="10232670" y="2489420"/>
            <a:ext cx="855962" cy="1946535"/>
          </a:xfrm>
          <a:prstGeom prst="curved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00B050"/>
              </a:solidFill>
            </a:endParaRPr>
          </a:p>
        </p:txBody>
      </p:sp>
    </p:spTree>
    <p:extLst>
      <p:ext uri="{BB962C8B-B14F-4D97-AF65-F5344CB8AC3E}">
        <p14:creationId xmlns:p14="http://schemas.microsoft.com/office/powerpoint/2010/main" val="3217693502"/>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barn(inVertical)">
                                      <p:cBhvr>
                                        <p:cTn id="7" dur="25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grpId="0" nodeType="clickEffect">
                                  <p:stCondLst>
                                    <p:cond delay="0"/>
                                  </p:stCondLst>
                                  <p:childTnLst>
                                    <p:set>
                                      <p:cBhvr>
                                        <p:cTn id="11" dur="1" fill="hold">
                                          <p:stCondLst>
                                            <p:cond delay="0"/>
                                          </p:stCondLst>
                                        </p:cTn>
                                        <p:tgtEl>
                                          <p:spTgt spid="29"/>
                                        </p:tgtEl>
                                        <p:attrNameLst>
                                          <p:attrName>style.visibility</p:attrName>
                                        </p:attrNameLst>
                                      </p:cBhvr>
                                      <p:to>
                                        <p:strVal val="visible"/>
                                      </p:to>
                                    </p:set>
                                    <p:anim calcmode="lin" valueType="num">
                                      <p:cBhvr>
                                        <p:cTn id="12" dur="250" fill="hold"/>
                                        <p:tgtEl>
                                          <p:spTgt spid="29"/>
                                        </p:tgtEl>
                                        <p:attrNameLst>
                                          <p:attrName>ppt_w</p:attrName>
                                        </p:attrNameLst>
                                      </p:cBhvr>
                                      <p:tavLst>
                                        <p:tav tm="0">
                                          <p:val>
                                            <p:fltVal val="0"/>
                                          </p:val>
                                        </p:tav>
                                        <p:tav tm="100000">
                                          <p:val>
                                            <p:strVal val="#ppt_w"/>
                                          </p:val>
                                        </p:tav>
                                      </p:tavLst>
                                    </p:anim>
                                    <p:anim calcmode="lin" valueType="num">
                                      <p:cBhvr>
                                        <p:cTn id="13" dur="250" fill="hold"/>
                                        <p:tgtEl>
                                          <p:spTgt spid="29"/>
                                        </p:tgtEl>
                                        <p:attrNameLst>
                                          <p:attrName>ppt_h</p:attrName>
                                        </p:attrNameLst>
                                      </p:cBhvr>
                                      <p:tavLst>
                                        <p:tav tm="0">
                                          <p:val>
                                            <p:fltVal val="0"/>
                                          </p:val>
                                        </p:tav>
                                        <p:tav tm="100000">
                                          <p:val>
                                            <p:strVal val="#ppt_h"/>
                                          </p:val>
                                        </p:tav>
                                      </p:tavLst>
                                    </p:anim>
                                    <p:animEffect transition="in" filter="fade">
                                      <p:cBhvr>
                                        <p:cTn id="14" dur="250"/>
                                        <p:tgtEl>
                                          <p:spTgt spid="29"/>
                                        </p:tgtEl>
                                      </p:cBhvr>
                                    </p:animEffect>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grpId="0" nodeType="click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barn(inVertical)">
                                      <p:cBhvr>
                                        <p:cTn id="19" dur="250"/>
                                        <p:tgtEl>
                                          <p:spTgt spid="30"/>
                                        </p:tgtEl>
                                      </p:cBhvr>
                                    </p:animEffect>
                                  </p:childTnLst>
                                </p:cTn>
                              </p:par>
                            </p:childTnLst>
                          </p:cTn>
                        </p:par>
                      </p:childTnLst>
                    </p:cTn>
                  </p:par>
                  <p:par>
                    <p:cTn id="20" fill="hold">
                      <p:stCondLst>
                        <p:cond delay="indefinite"/>
                      </p:stCondLst>
                      <p:childTnLst>
                        <p:par>
                          <p:cTn id="21" fill="hold">
                            <p:stCondLst>
                              <p:cond delay="0"/>
                            </p:stCondLst>
                            <p:childTnLst>
                              <p:par>
                                <p:cTn id="22" presetID="53" presetClass="entr" presetSubtype="16" fill="hold" grpId="0" nodeType="clickEffect">
                                  <p:stCondLst>
                                    <p:cond delay="0"/>
                                  </p:stCondLst>
                                  <p:childTnLst>
                                    <p:set>
                                      <p:cBhvr>
                                        <p:cTn id="23" dur="1" fill="hold">
                                          <p:stCondLst>
                                            <p:cond delay="0"/>
                                          </p:stCondLst>
                                        </p:cTn>
                                        <p:tgtEl>
                                          <p:spTgt spid="31"/>
                                        </p:tgtEl>
                                        <p:attrNameLst>
                                          <p:attrName>style.visibility</p:attrName>
                                        </p:attrNameLst>
                                      </p:cBhvr>
                                      <p:to>
                                        <p:strVal val="visible"/>
                                      </p:to>
                                    </p:set>
                                    <p:anim calcmode="lin" valueType="num">
                                      <p:cBhvr>
                                        <p:cTn id="24" dur="250" fill="hold"/>
                                        <p:tgtEl>
                                          <p:spTgt spid="31"/>
                                        </p:tgtEl>
                                        <p:attrNameLst>
                                          <p:attrName>ppt_w</p:attrName>
                                        </p:attrNameLst>
                                      </p:cBhvr>
                                      <p:tavLst>
                                        <p:tav tm="0">
                                          <p:val>
                                            <p:fltVal val="0"/>
                                          </p:val>
                                        </p:tav>
                                        <p:tav tm="100000">
                                          <p:val>
                                            <p:strVal val="#ppt_w"/>
                                          </p:val>
                                        </p:tav>
                                      </p:tavLst>
                                    </p:anim>
                                    <p:anim calcmode="lin" valueType="num">
                                      <p:cBhvr>
                                        <p:cTn id="25" dur="250" fill="hold"/>
                                        <p:tgtEl>
                                          <p:spTgt spid="31"/>
                                        </p:tgtEl>
                                        <p:attrNameLst>
                                          <p:attrName>ppt_h</p:attrName>
                                        </p:attrNameLst>
                                      </p:cBhvr>
                                      <p:tavLst>
                                        <p:tav tm="0">
                                          <p:val>
                                            <p:fltVal val="0"/>
                                          </p:val>
                                        </p:tav>
                                        <p:tav tm="100000">
                                          <p:val>
                                            <p:strVal val="#ppt_h"/>
                                          </p:val>
                                        </p:tav>
                                      </p:tavLst>
                                    </p:anim>
                                    <p:animEffect transition="in" filter="fade">
                                      <p:cBhvr>
                                        <p:cTn id="26" dur="250"/>
                                        <p:tgtEl>
                                          <p:spTgt spid="31"/>
                                        </p:tgtEl>
                                      </p:cBhvr>
                                    </p:animEffect>
                                  </p:childTnLst>
                                </p:cTn>
                              </p:par>
                            </p:childTnLst>
                          </p:cTn>
                        </p:par>
                      </p:childTnLst>
                    </p:cTn>
                  </p:par>
                  <p:par>
                    <p:cTn id="27" fill="hold">
                      <p:stCondLst>
                        <p:cond delay="indefinite"/>
                      </p:stCondLst>
                      <p:childTnLst>
                        <p:par>
                          <p:cTn id="28" fill="hold">
                            <p:stCondLst>
                              <p:cond delay="0"/>
                            </p:stCondLst>
                            <p:childTnLst>
                              <p:par>
                                <p:cTn id="29" presetID="16" presetClass="entr" presetSubtype="21" fill="hold" grpId="0" nodeType="clickEffect">
                                  <p:stCondLst>
                                    <p:cond delay="0"/>
                                  </p:stCondLst>
                                  <p:childTnLst>
                                    <p:set>
                                      <p:cBhvr>
                                        <p:cTn id="30" dur="1" fill="hold">
                                          <p:stCondLst>
                                            <p:cond delay="0"/>
                                          </p:stCondLst>
                                        </p:cTn>
                                        <p:tgtEl>
                                          <p:spTgt spid="32"/>
                                        </p:tgtEl>
                                        <p:attrNameLst>
                                          <p:attrName>style.visibility</p:attrName>
                                        </p:attrNameLst>
                                      </p:cBhvr>
                                      <p:to>
                                        <p:strVal val="visible"/>
                                      </p:to>
                                    </p:set>
                                    <p:animEffect transition="in" filter="barn(inVertical)">
                                      <p:cBhvr>
                                        <p:cTn id="31" dur="250"/>
                                        <p:tgtEl>
                                          <p:spTgt spid="32"/>
                                        </p:tgtEl>
                                      </p:cBhvr>
                                    </p:animEffect>
                                  </p:childTnLst>
                                </p:cTn>
                              </p:par>
                            </p:childTnLst>
                          </p:cTn>
                        </p:par>
                      </p:childTnLst>
                    </p:cTn>
                  </p:par>
                  <p:par>
                    <p:cTn id="32" fill="hold">
                      <p:stCondLst>
                        <p:cond delay="indefinite"/>
                      </p:stCondLst>
                      <p:childTnLst>
                        <p:par>
                          <p:cTn id="33" fill="hold">
                            <p:stCondLst>
                              <p:cond delay="0"/>
                            </p:stCondLst>
                            <p:childTnLst>
                              <p:par>
                                <p:cTn id="34" presetID="53" presetClass="entr" presetSubtype="16" fill="hold" grpId="0" nodeType="clickEffect">
                                  <p:stCondLst>
                                    <p:cond delay="0"/>
                                  </p:stCondLst>
                                  <p:childTnLst>
                                    <p:set>
                                      <p:cBhvr>
                                        <p:cTn id="35" dur="1" fill="hold">
                                          <p:stCondLst>
                                            <p:cond delay="0"/>
                                          </p:stCondLst>
                                        </p:cTn>
                                        <p:tgtEl>
                                          <p:spTgt spid="33"/>
                                        </p:tgtEl>
                                        <p:attrNameLst>
                                          <p:attrName>style.visibility</p:attrName>
                                        </p:attrNameLst>
                                      </p:cBhvr>
                                      <p:to>
                                        <p:strVal val="visible"/>
                                      </p:to>
                                    </p:set>
                                    <p:anim calcmode="lin" valueType="num">
                                      <p:cBhvr>
                                        <p:cTn id="36" dur="250" fill="hold"/>
                                        <p:tgtEl>
                                          <p:spTgt spid="33"/>
                                        </p:tgtEl>
                                        <p:attrNameLst>
                                          <p:attrName>ppt_w</p:attrName>
                                        </p:attrNameLst>
                                      </p:cBhvr>
                                      <p:tavLst>
                                        <p:tav tm="0">
                                          <p:val>
                                            <p:fltVal val="0"/>
                                          </p:val>
                                        </p:tav>
                                        <p:tav tm="100000">
                                          <p:val>
                                            <p:strVal val="#ppt_w"/>
                                          </p:val>
                                        </p:tav>
                                      </p:tavLst>
                                    </p:anim>
                                    <p:anim calcmode="lin" valueType="num">
                                      <p:cBhvr>
                                        <p:cTn id="37" dur="250" fill="hold"/>
                                        <p:tgtEl>
                                          <p:spTgt spid="33"/>
                                        </p:tgtEl>
                                        <p:attrNameLst>
                                          <p:attrName>ppt_h</p:attrName>
                                        </p:attrNameLst>
                                      </p:cBhvr>
                                      <p:tavLst>
                                        <p:tav tm="0">
                                          <p:val>
                                            <p:fltVal val="0"/>
                                          </p:val>
                                        </p:tav>
                                        <p:tav tm="100000">
                                          <p:val>
                                            <p:strVal val="#ppt_h"/>
                                          </p:val>
                                        </p:tav>
                                      </p:tavLst>
                                    </p:anim>
                                    <p:animEffect transition="in" filter="fade">
                                      <p:cBhvr>
                                        <p:cTn id="38" dur="250"/>
                                        <p:tgtEl>
                                          <p:spTgt spid="33"/>
                                        </p:tgtEl>
                                      </p:cBhvr>
                                    </p:animEffect>
                                  </p:childTnLst>
                                </p:cTn>
                              </p:par>
                            </p:childTnLst>
                          </p:cTn>
                        </p:par>
                      </p:childTnLst>
                    </p:cTn>
                  </p:par>
                  <p:par>
                    <p:cTn id="39" fill="hold">
                      <p:stCondLst>
                        <p:cond delay="indefinite"/>
                      </p:stCondLst>
                      <p:childTnLst>
                        <p:par>
                          <p:cTn id="40" fill="hold">
                            <p:stCondLst>
                              <p:cond delay="0"/>
                            </p:stCondLst>
                            <p:childTnLst>
                              <p:par>
                                <p:cTn id="41" presetID="16" presetClass="entr" presetSubtype="21" fill="hold" grpId="0" nodeType="clickEffect">
                                  <p:stCondLst>
                                    <p:cond delay="0"/>
                                  </p:stCondLst>
                                  <p:childTnLst>
                                    <p:set>
                                      <p:cBhvr>
                                        <p:cTn id="42" dur="1" fill="hold">
                                          <p:stCondLst>
                                            <p:cond delay="0"/>
                                          </p:stCondLst>
                                        </p:cTn>
                                        <p:tgtEl>
                                          <p:spTgt spid="34"/>
                                        </p:tgtEl>
                                        <p:attrNameLst>
                                          <p:attrName>style.visibility</p:attrName>
                                        </p:attrNameLst>
                                      </p:cBhvr>
                                      <p:to>
                                        <p:strVal val="visible"/>
                                      </p:to>
                                    </p:set>
                                    <p:animEffect transition="in" filter="barn(inVertical)">
                                      <p:cBhvr>
                                        <p:cTn id="43" dur="250"/>
                                        <p:tgtEl>
                                          <p:spTgt spid="34"/>
                                        </p:tgtEl>
                                      </p:cBhvr>
                                    </p:animEffect>
                                  </p:childTnLst>
                                </p:cTn>
                              </p:par>
                            </p:childTnLst>
                          </p:cTn>
                        </p:par>
                      </p:childTnLst>
                    </p:cTn>
                  </p:par>
                  <p:par>
                    <p:cTn id="44" fill="hold">
                      <p:stCondLst>
                        <p:cond delay="indefinite"/>
                      </p:stCondLst>
                      <p:childTnLst>
                        <p:par>
                          <p:cTn id="45" fill="hold">
                            <p:stCondLst>
                              <p:cond delay="0"/>
                            </p:stCondLst>
                            <p:childTnLst>
                              <p:par>
                                <p:cTn id="46" presetID="53" presetClass="entr" presetSubtype="16" fill="hold" grpId="0" nodeType="clickEffect">
                                  <p:stCondLst>
                                    <p:cond delay="0"/>
                                  </p:stCondLst>
                                  <p:childTnLst>
                                    <p:set>
                                      <p:cBhvr>
                                        <p:cTn id="47" dur="1" fill="hold">
                                          <p:stCondLst>
                                            <p:cond delay="0"/>
                                          </p:stCondLst>
                                        </p:cTn>
                                        <p:tgtEl>
                                          <p:spTgt spid="35"/>
                                        </p:tgtEl>
                                        <p:attrNameLst>
                                          <p:attrName>style.visibility</p:attrName>
                                        </p:attrNameLst>
                                      </p:cBhvr>
                                      <p:to>
                                        <p:strVal val="visible"/>
                                      </p:to>
                                    </p:set>
                                    <p:anim calcmode="lin" valueType="num">
                                      <p:cBhvr>
                                        <p:cTn id="48" dur="250" fill="hold"/>
                                        <p:tgtEl>
                                          <p:spTgt spid="35"/>
                                        </p:tgtEl>
                                        <p:attrNameLst>
                                          <p:attrName>ppt_w</p:attrName>
                                        </p:attrNameLst>
                                      </p:cBhvr>
                                      <p:tavLst>
                                        <p:tav tm="0">
                                          <p:val>
                                            <p:fltVal val="0"/>
                                          </p:val>
                                        </p:tav>
                                        <p:tav tm="100000">
                                          <p:val>
                                            <p:strVal val="#ppt_w"/>
                                          </p:val>
                                        </p:tav>
                                      </p:tavLst>
                                    </p:anim>
                                    <p:anim calcmode="lin" valueType="num">
                                      <p:cBhvr>
                                        <p:cTn id="49" dur="250" fill="hold"/>
                                        <p:tgtEl>
                                          <p:spTgt spid="35"/>
                                        </p:tgtEl>
                                        <p:attrNameLst>
                                          <p:attrName>ppt_h</p:attrName>
                                        </p:attrNameLst>
                                      </p:cBhvr>
                                      <p:tavLst>
                                        <p:tav tm="0">
                                          <p:val>
                                            <p:fltVal val="0"/>
                                          </p:val>
                                        </p:tav>
                                        <p:tav tm="100000">
                                          <p:val>
                                            <p:strVal val="#ppt_h"/>
                                          </p:val>
                                        </p:tav>
                                      </p:tavLst>
                                    </p:anim>
                                    <p:animEffect transition="in" filter="fade">
                                      <p:cBhvr>
                                        <p:cTn id="50" dur="250"/>
                                        <p:tgtEl>
                                          <p:spTgt spid="35"/>
                                        </p:tgtEl>
                                      </p:cBhvr>
                                    </p:animEffect>
                                  </p:childTnLst>
                                </p:cTn>
                              </p:par>
                            </p:childTnLst>
                          </p:cTn>
                        </p:par>
                      </p:childTnLst>
                    </p:cTn>
                  </p:par>
                  <p:par>
                    <p:cTn id="51" fill="hold">
                      <p:stCondLst>
                        <p:cond delay="indefinite"/>
                      </p:stCondLst>
                      <p:childTnLst>
                        <p:par>
                          <p:cTn id="52" fill="hold">
                            <p:stCondLst>
                              <p:cond delay="0"/>
                            </p:stCondLst>
                            <p:childTnLst>
                              <p:par>
                                <p:cTn id="53" presetID="16" presetClass="entr" presetSubtype="21" fill="hold" grpId="0" nodeType="clickEffect">
                                  <p:stCondLst>
                                    <p:cond delay="0"/>
                                  </p:stCondLst>
                                  <p:childTnLst>
                                    <p:set>
                                      <p:cBhvr>
                                        <p:cTn id="54" dur="1" fill="hold">
                                          <p:stCondLst>
                                            <p:cond delay="0"/>
                                          </p:stCondLst>
                                        </p:cTn>
                                        <p:tgtEl>
                                          <p:spTgt spid="36"/>
                                        </p:tgtEl>
                                        <p:attrNameLst>
                                          <p:attrName>style.visibility</p:attrName>
                                        </p:attrNameLst>
                                      </p:cBhvr>
                                      <p:to>
                                        <p:strVal val="visible"/>
                                      </p:to>
                                    </p:set>
                                    <p:animEffect transition="in" filter="barn(inVertical)">
                                      <p:cBhvr>
                                        <p:cTn id="55" dur="250"/>
                                        <p:tgtEl>
                                          <p:spTgt spid="36"/>
                                        </p:tgtEl>
                                      </p:cBhvr>
                                    </p:animEffect>
                                  </p:childTnLst>
                                </p:cTn>
                              </p:par>
                            </p:childTnLst>
                          </p:cTn>
                        </p:par>
                      </p:childTnLst>
                    </p:cTn>
                  </p:par>
                  <p:par>
                    <p:cTn id="56" fill="hold">
                      <p:stCondLst>
                        <p:cond delay="indefinite"/>
                      </p:stCondLst>
                      <p:childTnLst>
                        <p:par>
                          <p:cTn id="57" fill="hold">
                            <p:stCondLst>
                              <p:cond delay="0"/>
                            </p:stCondLst>
                            <p:childTnLst>
                              <p:par>
                                <p:cTn id="58" presetID="21" presetClass="entr" presetSubtype="1" fill="hold" grpId="0" nodeType="clickEffect">
                                  <p:stCondLst>
                                    <p:cond delay="0"/>
                                  </p:stCondLst>
                                  <p:childTnLst>
                                    <p:set>
                                      <p:cBhvr>
                                        <p:cTn id="59" dur="1" fill="hold">
                                          <p:stCondLst>
                                            <p:cond delay="0"/>
                                          </p:stCondLst>
                                        </p:cTn>
                                        <p:tgtEl>
                                          <p:spTgt spid="26"/>
                                        </p:tgtEl>
                                        <p:attrNameLst>
                                          <p:attrName>style.visibility</p:attrName>
                                        </p:attrNameLst>
                                      </p:cBhvr>
                                      <p:to>
                                        <p:strVal val="visible"/>
                                      </p:to>
                                    </p:set>
                                    <p:animEffect transition="in" filter="wheel(1)">
                                      <p:cBhvr>
                                        <p:cTn id="60" dur="500"/>
                                        <p:tgtEl>
                                          <p:spTgt spid="26"/>
                                        </p:tgtEl>
                                      </p:cBhvr>
                                    </p:animEffect>
                                  </p:childTnLst>
                                </p:cTn>
                              </p:par>
                            </p:childTnLst>
                          </p:cTn>
                        </p:par>
                      </p:childTnLst>
                    </p:cTn>
                  </p:par>
                  <p:par>
                    <p:cTn id="61" fill="hold">
                      <p:stCondLst>
                        <p:cond delay="indefinite"/>
                      </p:stCondLst>
                      <p:childTnLst>
                        <p:par>
                          <p:cTn id="62" fill="hold">
                            <p:stCondLst>
                              <p:cond delay="0"/>
                            </p:stCondLst>
                            <p:childTnLst>
                              <p:par>
                                <p:cTn id="63" presetID="16" presetClass="entr" presetSubtype="21" fill="hold" grpId="0" nodeType="clickEffect">
                                  <p:stCondLst>
                                    <p:cond delay="0"/>
                                  </p:stCondLst>
                                  <p:childTnLst>
                                    <p:set>
                                      <p:cBhvr>
                                        <p:cTn id="64" dur="1" fill="hold">
                                          <p:stCondLst>
                                            <p:cond delay="0"/>
                                          </p:stCondLst>
                                        </p:cTn>
                                        <p:tgtEl>
                                          <p:spTgt spid="38"/>
                                        </p:tgtEl>
                                        <p:attrNameLst>
                                          <p:attrName>style.visibility</p:attrName>
                                        </p:attrNameLst>
                                      </p:cBhvr>
                                      <p:to>
                                        <p:strVal val="visible"/>
                                      </p:to>
                                    </p:set>
                                    <p:animEffect transition="in" filter="barn(inVertical)">
                                      <p:cBhvr>
                                        <p:cTn id="65" dur="250"/>
                                        <p:tgtEl>
                                          <p:spTgt spid="38"/>
                                        </p:tgtEl>
                                      </p:cBhvr>
                                    </p:animEffect>
                                  </p:childTnLst>
                                </p:cTn>
                              </p:par>
                            </p:childTnLst>
                          </p:cTn>
                        </p:par>
                      </p:childTnLst>
                    </p:cTn>
                  </p:par>
                  <p:par>
                    <p:cTn id="66" fill="hold">
                      <p:stCondLst>
                        <p:cond delay="indefinite"/>
                      </p:stCondLst>
                      <p:childTnLst>
                        <p:par>
                          <p:cTn id="67" fill="hold">
                            <p:stCondLst>
                              <p:cond delay="0"/>
                            </p:stCondLst>
                            <p:childTnLst>
                              <p:par>
                                <p:cTn id="68" presetID="53" presetClass="entr" presetSubtype="16" fill="hold" grpId="0" nodeType="clickEffect">
                                  <p:stCondLst>
                                    <p:cond delay="0"/>
                                  </p:stCondLst>
                                  <p:childTnLst>
                                    <p:set>
                                      <p:cBhvr>
                                        <p:cTn id="69" dur="1" fill="hold">
                                          <p:stCondLst>
                                            <p:cond delay="0"/>
                                          </p:stCondLst>
                                        </p:cTn>
                                        <p:tgtEl>
                                          <p:spTgt spid="39"/>
                                        </p:tgtEl>
                                        <p:attrNameLst>
                                          <p:attrName>style.visibility</p:attrName>
                                        </p:attrNameLst>
                                      </p:cBhvr>
                                      <p:to>
                                        <p:strVal val="visible"/>
                                      </p:to>
                                    </p:set>
                                    <p:anim calcmode="lin" valueType="num">
                                      <p:cBhvr>
                                        <p:cTn id="70" dur="250" fill="hold"/>
                                        <p:tgtEl>
                                          <p:spTgt spid="39"/>
                                        </p:tgtEl>
                                        <p:attrNameLst>
                                          <p:attrName>ppt_w</p:attrName>
                                        </p:attrNameLst>
                                      </p:cBhvr>
                                      <p:tavLst>
                                        <p:tav tm="0">
                                          <p:val>
                                            <p:fltVal val="0"/>
                                          </p:val>
                                        </p:tav>
                                        <p:tav tm="100000">
                                          <p:val>
                                            <p:strVal val="#ppt_w"/>
                                          </p:val>
                                        </p:tav>
                                      </p:tavLst>
                                    </p:anim>
                                    <p:anim calcmode="lin" valueType="num">
                                      <p:cBhvr>
                                        <p:cTn id="71" dur="250" fill="hold"/>
                                        <p:tgtEl>
                                          <p:spTgt spid="39"/>
                                        </p:tgtEl>
                                        <p:attrNameLst>
                                          <p:attrName>ppt_h</p:attrName>
                                        </p:attrNameLst>
                                      </p:cBhvr>
                                      <p:tavLst>
                                        <p:tav tm="0">
                                          <p:val>
                                            <p:fltVal val="0"/>
                                          </p:val>
                                        </p:tav>
                                        <p:tav tm="100000">
                                          <p:val>
                                            <p:strVal val="#ppt_h"/>
                                          </p:val>
                                        </p:tav>
                                      </p:tavLst>
                                    </p:anim>
                                    <p:animEffect transition="in" filter="fade">
                                      <p:cBhvr>
                                        <p:cTn id="72" dur="250"/>
                                        <p:tgtEl>
                                          <p:spTgt spid="39"/>
                                        </p:tgtEl>
                                      </p:cBhvr>
                                    </p:animEffect>
                                  </p:childTnLst>
                                </p:cTn>
                              </p:par>
                            </p:childTnLst>
                          </p:cTn>
                        </p:par>
                      </p:childTnLst>
                    </p:cTn>
                  </p:par>
                  <p:par>
                    <p:cTn id="73" fill="hold">
                      <p:stCondLst>
                        <p:cond delay="indefinite"/>
                      </p:stCondLst>
                      <p:childTnLst>
                        <p:par>
                          <p:cTn id="74" fill="hold">
                            <p:stCondLst>
                              <p:cond delay="0"/>
                            </p:stCondLst>
                            <p:childTnLst>
                              <p:par>
                                <p:cTn id="75" presetID="16" presetClass="entr" presetSubtype="21" fill="hold" grpId="0" nodeType="clickEffect">
                                  <p:stCondLst>
                                    <p:cond delay="0"/>
                                  </p:stCondLst>
                                  <p:childTnLst>
                                    <p:set>
                                      <p:cBhvr>
                                        <p:cTn id="76" dur="1" fill="hold">
                                          <p:stCondLst>
                                            <p:cond delay="0"/>
                                          </p:stCondLst>
                                        </p:cTn>
                                        <p:tgtEl>
                                          <p:spTgt spid="40"/>
                                        </p:tgtEl>
                                        <p:attrNameLst>
                                          <p:attrName>style.visibility</p:attrName>
                                        </p:attrNameLst>
                                      </p:cBhvr>
                                      <p:to>
                                        <p:strVal val="visible"/>
                                      </p:to>
                                    </p:set>
                                    <p:animEffect transition="in" filter="barn(inVertical)">
                                      <p:cBhvr>
                                        <p:cTn id="77" dur="250"/>
                                        <p:tgtEl>
                                          <p:spTgt spid="40"/>
                                        </p:tgtEl>
                                      </p:cBhvr>
                                    </p:animEffect>
                                  </p:childTnLst>
                                </p:cTn>
                              </p:par>
                            </p:childTnLst>
                          </p:cTn>
                        </p:par>
                      </p:childTnLst>
                    </p:cTn>
                  </p:par>
                  <p:par>
                    <p:cTn id="78" fill="hold">
                      <p:stCondLst>
                        <p:cond delay="indefinite"/>
                      </p:stCondLst>
                      <p:childTnLst>
                        <p:par>
                          <p:cTn id="79" fill="hold">
                            <p:stCondLst>
                              <p:cond delay="0"/>
                            </p:stCondLst>
                            <p:childTnLst>
                              <p:par>
                                <p:cTn id="80" presetID="53" presetClass="entr" presetSubtype="16" fill="hold" grpId="0" nodeType="clickEffect">
                                  <p:stCondLst>
                                    <p:cond delay="0"/>
                                  </p:stCondLst>
                                  <p:childTnLst>
                                    <p:set>
                                      <p:cBhvr>
                                        <p:cTn id="81" dur="1" fill="hold">
                                          <p:stCondLst>
                                            <p:cond delay="0"/>
                                          </p:stCondLst>
                                        </p:cTn>
                                        <p:tgtEl>
                                          <p:spTgt spid="41"/>
                                        </p:tgtEl>
                                        <p:attrNameLst>
                                          <p:attrName>style.visibility</p:attrName>
                                        </p:attrNameLst>
                                      </p:cBhvr>
                                      <p:to>
                                        <p:strVal val="visible"/>
                                      </p:to>
                                    </p:set>
                                    <p:anim calcmode="lin" valueType="num">
                                      <p:cBhvr>
                                        <p:cTn id="82" dur="500" fill="hold"/>
                                        <p:tgtEl>
                                          <p:spTgt spid="41"/>
                                        </p:tgtEl>
                                        <p:attrNameLst>
                                          <p:attrName>ppt_w</p:attrName>
                                        </p:attrNameLst>
                                      </p:cBhvr>
                                      <p:tavLst>
                                        <p:tav tm="0">
                                          <p:val>
                                            <p:fltVal val="0"/>
                                          </p:val>
                                        </p:tav>
                                        <p:tav tm="100000">
                                          <p:val>
                                            <p:strVal val="#ppt_w"/>
                                          </p:val>
                                        </p:tav>
                                      </p:tavLst>
                                    </p:anim>
                                    <p:anim calcmode="lin" valueType="num">
                                      <p:cBhvr>
                                        <p:cTn id="83" dur="500" fill="hold"/>
                                        <p:tgtEl>
                                          <p:spTgt spid="41"/>
                                        </p:tgtEl>
                                        <p:attrNameLst>
                                          <p:attrName>ppt_h</p:attrName>
                                        </p:attrNameLst>
                                      </p:cBhvr>
                                      <p:tavLst>
                                        <p:tav tm="0">
                                          <p:val>
                                            <p:fltVal val="0"/>
                                          </p:val>
                                        </p:tav>
                                        <p:tav tm="100000">
                                          <p:val>
                                            <p:strVal val="#ppt_h"/>
                                          </p:val>
                                        </p:tav>
                                      </p:tavLst>
                                    </p:anim>
                                    <p:animEffect transition="in" filter="fade">
                                      <p:cBhvr>
                                        <p:cTn id="84" dur="500"/>
                                        <p:tgtEl>
                                          <p:spTgt spid="41"/>
                                        </p:tgtEl>
                                      </p:cBhvr>
                                    </p:animEffect>
                                  </p:childTnLst>
                                </p:cTn>
                              </p:par>
                            </p:childTnLst>
                          </p:cTn>
                        </p:par>
                      </p:childTnLst>
                    </p:cTn>
                  </p:par>
                  <p:par>
                    <p:cTn id="85" fill="hold">
                      <p:stCondLst>
                        <p:cond delay="indefinite"/>
                      </p:stCondLst>
                      <p:childTnLst>
                        <p:par>
                          <p:cTn id="86" fill="hold">
                            <p:stCondLst>
                              <p:cond delay="0"/>
                            </p:stCondLst>
                            <p:childTnLst>
                              <p:par>
                                <p:cTn id="87" presetID="16" presetClass="entr" presetSubtype="21" fill="hold" grpId="0" nodeType="clickEffect">
                                  <p:stCondLst>
                                    <p:cond delay="0"/>
                                  </p:stCondLst>
                                  <p:childTnLst>
                                    <p:set>
                                      <p:cBhvr>
                                        <p:cTn id="88" dur="1" fill="hold">
                                          <p:stCondLst>
                                            <p:cond delay="0"/>
                                          </p:stCondLst>
                                        </p:cTn>
                                        <p:tgtEl>
                                          <p:spTgt spid="42"/>
                                        </p:tgtEl>
                                        <p:attrNameLst>
                                          <p:attrName>style.visibility</p:attrName>
                                        </p:attrNameLst>
                                      </p:cBhvr>
                                      <p:to>
                                        <p:strVal val="visible"/>
                                      </p:to>
                                    </p:set>
                                    <p:animEffect transition="in" filter="barn(inVertical)">
                                      <p:cBhvr>
                                        <p:cTn id="89" dur="250"/>
                                        <p:tgtEl>
                                          <p:spTgt spid="42"/>
                                        </p:tgtEl>
                                      </p:cBhvr>
                                    </p:animEffect>
                                  </p:childTnLst>
                                </p:cTn>
                              </p:par>
                            </p:childTnLst>
                          </p:cTn>
                        </p:par>
                      </p:childTnLst>
                    </p:cTn>
                  </p:par>
                  <p:par>
                    <p:cTn id="90" fill="hold">
                      <p:stCondLst>
                        <p:cond delay="indefinite"/>
                      </p:stCondLst>
                      <p:childTnLst>
                        <p:par>
                          <p:cTn id="91" fill="hold">
                            <p:stCondLst>
                              <p:cond delay="0"/>
                            </p:stCondLst>
                            <p:childTnLst>
                              <p:par>
                                <p:cTn id="92" presetID="53" presetClass="entr" presetSubtype="16" fill="hold" grpId="0" nodeType="clickEffect">
                                  <p:stCondLst>
                                    <p:cond delay="0"/>
                                  </p:stCondLst>
                                  <p:childTnLst>
                                    <p:set>
                                      <p:cBhvr>
                                        <p:cTn id="93" dur="1" fill="hold">
                                          <p:stCondLst>
                                            <p:cond delay="0"/>
                                          </p:stCondLst>
                                        </p:cTn>
                                        <p:tgtEl>
                                          <p:spTgt spid="43"/>
                                        </p:tgtEl>
                                        <p:attrNameLst>
                                          <p:attrName>style.visibility</p:attrName>
                                        </p:attrNameLst>
                                      </p:cBhvr>
                                      <p:to>
                                        <p:strVal val="visible"/>
                                      </p:to>
                                    </p:set>
                                    <p:anim calcmode="lin" valueType="num">
                                      <p:cBhvr>
                                        <p:cTn id="94" dur="250" fill="hold"/>
                                        <p:tgtEl>
                                          <p:spTgt spid="43"/>
                                        </p:tgtEl>
                                        <p:attrNameLst>
                                          <p:attrName>ppt_w</p:attrName>
                                        </p:attrNameLst>
                                      </p:cBhvr>
                                      <p:tavLst>
                                        <p:tav tm="0">
                                          <p:val>
                                            <p:fltVal val="0"/>
                                          </p:val>
                                        </p:tav>
                                        <p:tav tm="100000">
                                          <p:val>
                                            <p:strVal val="#ppt_w"/>
                                          </p:val>
                                        </p:tav>
                                      </p:tavLst>
                                    </p:anim>
                                    <p:anim calcmode="lin" valueType="num">
                                      <p:cBhvr>
                                        <p:cTn id="95" dur="250" fill="hold"/>
                                        <p:tgtEl>
                                          <p:spTgt spid="43"/>
                                        </p:tgtEl>
                                        <p:attrNameLst>
                                          <p:attrName>ppt_h</p:attrName>
                                        </p:attrNameLst>
                                      </p:cBhvr>
                                      <p:tavLst>
                                        <p:tav tm="0">
                                          <p:val>
                                            <p:fltVal val="0"/>
                                          </p:val>
                                        </p:tav>
                                        <p:tav tm="100000">
                                          <p:val>
                                            <p:strVal val="#ppt_h"/>
                                          </p:val>
                                        </p:tav>
                                      </p:tavLst>
                                    </p:anim>
                                    <p:animEffect transition="in" filter="fade">
                                      <p:cBhvr>
                                        <p:cTn id="96" dur="250"/>
                                        <p:tgtEl>
                                          <p:spTgt spid="43"/>
                                        </p:tgtEl>
                                      </p:cBhvr>
                                    </p:animEffect>
                                  </p:childTnLst>
                                </p:cTn>
                              </p:par>
                            </p:childTnLst>
                          </p:cTn>
                        </p:par>
                      </p:childTnLst>
                    </p:cTn>
                  </p:par>
                  <p:par>
                    <p:cTn id="97" fill="hold">
                      <p:stCondLst>
                        <p:cond delay="indefinite"/>
                      </p:stCondLst>
                      <p:childTnLst>
                        <p:par>
                          <p:cTn id="98" fill="hold">
                            <p:stCondLst>
                              <p:cond delay="0"/>
                            </p:stCondLst>
                            <p:childTnLst>
                              <p:par>
                                <p:cTn id="99" presetID="16" presetClass="entr" presetSubtype="21" fill="hold" grpId="0" nodeType="clickEffect">
                                  <p:stCondLst>
                                    <p:cond delay="0"/>
                                  </p:stCondLst>
                                  <p:childTnLst>
                                    <p:set>
                                      <p:cBhvr>
                                        <p:cTn id="100" dur="1" fill="hold">
                                          <p:stCondLst>
                                            <p:cond delay="0"/>
                                          </p:stCondLst>
                                        </p:cTn>
                                        <p:tgtEl>
                                          <p:spTgt spid="44"/>
                                        </p:tgtEl>
                                        <p:attrNameLst>
                                          <p:attrName>style.visibility</p:attrName>
                                        </p:attrNameLst>
                                      </p:cBhvr>
                                      <p:to>
                                        <p:strVal val="visible"/>
                                      </p:to>
                                    </p:set>
                                    <p:animEffect transition="in" filter="barn(inVertical)">
                                      <p:cBhvr>
                                        <p:cTn id="101" dur="250"/>
                                        <p:tgtEl>
                                          <p:spTgt spid="44"/>
                                        </p:tgtEl>
                                      </p:cBhvr>
                                    </p:animEffect>
                                  </p:childTnLst>
                                </p:cTn>
                              </p:par>
                            </p:childTnLst>
                          </p:cTn>
                        </p:par>
                      </p:childTnLst>
                    </p:cTn>
                  </p:par>
                  <p:par>
                    <p:cTn id="102" fill="hold">
                      <p:stCondLst>
                        <p:cond delay="indefinite"/>
                      </p:stCondLst>
                      <p:childTnLst>
                        <p:par>
                          <p:cTn id="103" fill="hold">
                            <p:stCondLst>
                              <p:cond delay="0"/>
                            </p:stCondLst>
                            <p:childTnLst>
                              <p:par>
                                <p:cTn id="104" presetID="53" presetClass="entr" presetSubtype="16" fill="hold" grpId="0" nodeType="clickEffect">
                                  <p:stCondLst>
                                    <p:cond delay="0"/>
                                  </p:stCondLst>
                                  <p:childTnLst>
                                    <p:set>
                                      <p:cBhvr>
                                        <p:cTn id="105" dur="1" fill="hold">
                                          <p:stCondLst>
                                            <p:cond delay="0"/>
                                          </p:stCondLst>
                                        </p:cTn>
                                        <p:tgtEl>
                                          <p:spTgt spid="45"/>
                                        </p:tgtEl>
                                        <p:attrNameLst>
                                          <p:attrName>style.visibility</p:attrName>
                                        </p:attrNameLst>
                                      </p:cBhvr>
                                      <p:to>
                                        <p:strVal val="visible"/>
                                      </p:to>
                                    </p:set>
                                    <p:anim calcmode="lin" valueType="num">
                                      <p:cBhvr>
                                        <p:cTn id="106" dur="250" fill="hold"/>
                                        <p:tgtEl>
                                          <p:spTgt spid="45"/>
                                        </p:tgtEl>
                                        <p:attrNameLst>
                                          <p:attrName>ppt_w</p:attrName>
                                        </p:attrNameLst>
                                      </p:cBhvr>
                                      <p:tavLst>
                                        <p:tav tm="0">
                                          <p:val>
                                            <p:fltVal val="0"/>
                                          </p:val>
                                        </p:tav>
                                        <p:tav tm="100000">
                                          <p:val>
                                            <p:strVal val="#ppt_w"/>
                                          </p:val>
                                        </p:tav>
                                      </p:tavLst>
                                    </p:anim>
                                    <p:anim calcmode="lin" valueType="num">
                                      <p:cBhvr>
                                        <p:cTn id="107" dur="250" fill="hold"/>
                                        <p:tgtEl>
                                          <p:spTgt spid="45"/>
                                        </p:tgtEl>
                                        <p:attrNameLst>
                                          <p:attrName>ppt_h</p:attrName>
                                        </p:attrNameLst>
                                      </p:cBhvr>
                                      <p:tavLst>
                                        <p:tav tm="0">
                                          <p:val>
                                            <p:fltVal val="0"/>
                                          </p:val>
                                        </p:tav>
                                        <p:tav tm="100000">
                                          <p:val>
                                            <p:strVal val="#ppt_h"/>
                                          </p:val>
                                        </p:tav>
                                      </p:tavLst>
                                    </p:anim>
                                    <p:animEffect transition="in" filter="fade">
                                      <p:cBhvr>
                                        <p:cTn id="108" dur="250"/>
                                        <p:tgtEl>
                                          <p:spTgt spid="45"/>
                                        </p:tgtEl>
                                      </p:cBhvr>
                                    </p:animEffect>
                                  </p:childTnLst>
                                </p:cTn>
                              </p:par>
                            </p:childTnLst>
                          </p:cTn>
                        </p:par>
                      </p:childTnLst>
                    </p:cTn>
                  </p:par>
                  <p:par>
                    <p:cTn id="109" fill="hold">
                      <p:stCondLst>
                        <p:cond delay="indefinite"/>
                      </p:stCondLst>
                      <p:childTnLst>
                        <p:par>
                          <p:cTn id="110" fill="hold">
                            <p:stCondLst>
                              <p:cond delay="0"/>
                            </p:stCondLst>
                            <p:childTnLst>
                              <p:par>
                                <p:cTn id="111" presetID="16" presetClass="entr" presetSubtype="21" fill="hold" grpId="0" nodeType="clickEffect">
                                  <p:stCondLst>
                                    <p:cond delay="0"/>
                                  </p:stCondLst>
                                  <p:childTnLst>
                                    <p:set>
                                      <p:cBhvr>
                                        <p:cTn id="112" dur="1" fill="hold">
                                          <p:stCondLst>
                                            <p:cond delay="0"/>
                                          </p:stCondLst>
                                        </p:cTn>
                                        <p:tgtEl>
                                          <p:spTgt spid="46"/>
                                        </p:tgtEl>
                                        <p:attrNameLst>
                                          <p:attrName>style.visibility</p:attrName>
                                        </p:attrNameLst>
                                      </p:cBhvr>
                                      <p:to>
                                        <p:strVal val="visible"/>
                                      </p:to>
                                    </p:set>
                                    <p:animEffect transition="in" filter="barn(inVertical)">
                                      <p:cBhvr>
                                        <p:cTn id="113" dur="25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29" grpId="0" animBg="1"/>
      <p:bldP spid="30" grpId="0" animBg="1"/>
      <p:bldP spid="31" grpId="0" animBg="1"/>
      <p:bldP spid="32" grpId="0" animBg="1"/>
      <p:bldP spid="33" grpId="0" animBg="1"/>
      <p:bldP spid="34" grpId="0" animBg="1"/>
      <p:bldP spid="35" grpId="0" animBg="1"/>
      <p:bldP spid="36" grpId="0" animBg="1"/>
      <p:bldP spid="38" grpId="0" animBg="1"/>
      <p:bldP spid="39" grpId="0" animBg="1"/>
      <p:bldP spid="40" grpId="0" animBg="1"/>
      <p:bldP spid="41" grpId="0" animBg="1"/>
      <p:bldP spid="42" grpId="0" animBg="1"/>
      <p:bldP spid="43" grpId="0" animBg="1"/>
      <p:bldP spid="44" grpId="0" animBg="1"/>
      <p:bldP spid="45" grpId="0" animBg="1"/>
      <p:bldP spid="46" grpId="0" animBg="1"/>
      <p:bldP spid="2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A1728-6AE1-8CC9-E9BC-96595557F4F9}"/>
              </a:ext>
            </a:extLst>
          </p:cNvPr>
          <p:cNvSpPr>
            <a:spLocks noGrp="1"/>
          </p:cNvSpPr>
          <p:nvPr>
            <p:ph type="title"/>
          </p:nvPr>
        </p:nvSpPr>
        <p:spPr>
          <a:xfrm>
            <a:off x="-2229301" y="-133632"/>
            <a:ext cx="10353761" cy="1326321"/>
          </a:xfrm>
        </p:spPr>
        <p:txBody>
          <a:bodyPr/>
          <a:lstStyle/>
          <a:p>
            <a:r>
              <a:rPr lang="en-IN" dirty="0"/>
              <a:t>Project Workflow</a:t>
            </a:r>
          </a:p>
        </p:txBody>
      </p:sp>
      <p:sp>
        <p:nvSpPr>
          <p:cNvPr id="3" name="TextBox 2">
            <a:extLst>
              <a:ext uri="{FF2B5EF4-FFF2-40B4-BE49-F238E27FC236}">
                <a16:creationId xmlns:a16="http://schemas.microsoft.com/office/drawing/2014/main" id="{E77B39C3-409A-9F24-AF25-F23D6FFAF2A0}"/>
              </a:ext>
            </a:extLst>
          </p:cNvPr>
          <p:cNvSpPr txBox="1"/>
          <p:nvPr/>
        </p:nvSpPr>
        <p:spPr>
          <a:xfrm>
            <a:off x="2009169" y="1088020"/>
            <a:ext cx="4086831" cy="5355312"/>
          </a:xfrm>
          <a:prstGeom prst="rect">
            <a:avLst/>
          </a:prstGeom>
          <a:noFill/>
        </p:spPr>
        <p:txBody>
          <a:bodyPr wrap="square" rtlCol="0">
            <a:spAutoFit/>
          </a:bodyPr>
          <a:lstStyle/>
          <a:p>
            <a:r>
              <a:rPr lang="en-IN" dirty="0"/>
              <a:t>Student Login</a:t>
            </a:r>
          </a:p>
          <a:p>
            <a:r>
              <a:rPr lang="en-IN" dirty="0"/>
              <a:t>         ↓</a:t>
            </a:r>
          </a:p>
          <a:p>
            <a:endParaRPr lang="en-IN" dirty="0"/>
          </a:p>
          <a:p>
            <a:r>
              <a:rPr lang="en-IN" dirty="0"/>
              <a:t>Select Exam</a:t>
            </a:r>
          </a:p>
          <a:p>
            <a:r>
              <a:rPr lang="en-IN" dirty="0"/>
              <a:t>         ↓</a:t>
            </a:r>
          </a:p>
          <a:p>
            <a:endParaRPr lang="en-IN" dirty="0"/>
          </a:p>
          <a:p>
            <a:r>
              <a:rPr lang="en-IN" dirty="0"/>
              <a:t>Random Questions</a:t>
            </a:r>
          </a:p>
          <a:p>
            <a:r>
              <a:rPr lang="en-IN" dirty="0"/>
              <a:t>         ↓</a:t>
            </a:r>
          </a:p>
          <a:p>
            <a:endParaRPr lang="en-IN" dirty="0"/>
          </a:p>
          <a:p>
            <a:r>
              <a:rPr lang="en-IN" dirty="0"/>
              <a:t>      Timer</a:t>
            </a:r>
          </a:p>
          <a:p>
            <a:r>
              <a:rPr lang="en-IN" dirty="0"/>
              <a:t>         ↓</a:t>
            </a:r>
          </a:p>
          <a:p>
            <a:endParaRPr lang="en-IN" dirty="0"/>
          </a:p>
          <a:p>
            <a:r>
              <a:rPr lang="en-IN" dirty="0"/>
              <a:t>Auto Submit</a:t>
            </a:r>
          </a:p>
          <a:p>
            <a:r>
              <a:rPr lang="en-IN" dirty="0"/>
              <a:t>         ↓</a:t>
            </a:r>
          </a:p>
          <a:p>
            <a:endParaRPr lang="en-IN" dirty="0"/>
          </a:p>
          <a:p>
            <a:r>
              <a:rPr lang="en-IN" dirty="0"/>
              <a:t>    Result</a:t>
            </a:r>
          </a:p>
          <a:p>
            <a:r>
              <a:rPr lang="en-IN" dirty="0"/>
              <a:t>        ↓</a:t>
            </a:r>
          </a:p>
          <a:p>
            <a:endParaRPr lang="en-IN" dirty="0"/>
          </a:p>
          <a:p>
            <a:r>
              <a:rPr lang="en-IN" dirty="0"/>
              <a:t>   Database</a:t>
            </a:r>
          </a:p>
        </p:txBody>
      </p:sp>
      <p:pic>
        <p:nvPicPr>
          <p:cNvPr id="5" name="Picture 4">
            <a:extLst>
              <a:ext uri="{FF2B5EF4-FFF2-40B4-BE49-F238E27FC236}">
                <a16:creationId xmlns:a16="http://schemas.microsoft.com/office/drawing/2014/main" id="{E081060B-EB48-F311-E5DF-AC39211D95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59588" y="-47811"/>
            <a:ext cx="4086831" cy="6691679"/>
          </a:xfrm>
          <a:prstGeom prst="rect">
            <a:avLst/>
          </a:prstGeom>
        </p:spPr>
      </p:pic>
    </p:spTree>
    <p:extLst>
      <p:ext uri="{BB962C8B-B14F-4D97-AF65-F5344CB8AC3E}">
        <p14:creationId xmlns:p14="http://schemas.microsoft.com/office/powerpoint/2010/main" val="3026195879"/>
      </p:ext>
    </p:extLst>
  </p:cSld>
  <p:clrMapOvr>
    <a:masterClrMapping/>
  </p:clrMapOvr>
  <p:transition spd="slow">
    <p:push dir="u"/>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4ACD7-72D2-5EF4-8F2A-6110259D3EC6}"/>
              </a:ext>
            </a:extLst>
          </p:cNvPr>
          <p:cNvSpPr>
            <a:spLocks noGrp="1"/>
          </p:cNvSpPr>
          <p:nvPr>
            <p:ph type="title"/>
          </p:nvPr>
        </p:nvSpPr>
        <p:spPr/>
        <p:txBody>
          <a:bodyPr/>
          <a:lstStyle/>
          <a:p>
            <a:r>
              <a:rPr lang="en-IN" dirty="0"/>
              <a:t>Advantages</a:t>
            </a:r>
          </a:p>
        </p:txBody>
      </p:sp>
      <p:sp>
        <p:nvSpPr>
          <p:cNvPr id="3" name="Content Placeholder 2">
            <a:extLst>
              <a:ext uri="{FF2B5EF4-FFF2-40B4-BE49-F238E27FC236}">
                <a16:creationId xmlns:a16="http://schemas.microsoft.com/office/drawing/2014/main" id="{B4D15E53-14EA-A0F9-C761-D9AACD81D15B}"/>
              </a:ext>
            </a:extLst>
          </p:cNvPr>
          <p:cNvSpPr>
            <a:spLocks noGrp="1"/>
          </p:cNvSpPr>
          <p:nvPr>
            <p:ph idx="1"/>
          </p:nvPr>
        </p:nvSpPr>
        <p:spPr/>
        <p:txBody>
          <a:bodyPr>
            <a:normAutofit lnSpcReduction="10000"/>
          </a:bodyPr>
          <a:lstStyle/>
          <a:p>
            <a:r>
              <a:rPr lang="en-IN" sz="2400" dirty="0">
                <a:latin typeface="Cambria" panose="02040503050406030204" pitchFamily="18" charset="0"/>
                <a:ea typeface="Cambria" panose="02040503050406030204" pitchFamily="18" charset="0"/>
              </a:rPr>
              <a:t>High Availability</a:t>
            </a:r>
          </a:p>
          <a:p>
            <a:r>
              <a:rPr lang="en-IN" sz="2400" dirty="0">
                <a:latin typeface="Cambria" panose="02040503050406030204" pitchFamily="18" charset="0"/>
                <a:ea typeface="Cambria" panose="02040503050406030204" pitchFamily="18" charset="0"/>
              </a:rPr>
              <a:t> Scalability</a:t>
            </a:r>
          </a:p>
          <a:p>
            <a:r>
              <a:rPr lang="en-IN" sz="2400" dirty="0">
                <a:latin typeface="Cambria" panose="02040503050406030204" pitchFamily="18" charset="0"/>
                <a:ea typeface="Cambria" panose="02040503050406030204" pitchFamily="18" charset="0"/>
              </a:rPr>
              <a:t> Secure HTTPS</a:t>
            </a:r>
          </a:p>
          <a:p>
            <a:r>
              <a:rPr lang="en-IN" sz="2400" dirty="0">
                <a:latin typeface="Cambria" panose="02040503050406030204" pitchFamily="18" charset="0"/>
                <a:ea typeface="Cambria" panose="02040503050406030204" pitchFamily="18" charset="0"/>
              </a:rPr>
              <a:t> Load Balancing</a:t>
            </a:r>
          </a:p>
          <a:p>
            <a:r>
              <a:rPr lang="en-IN" sz="2400" dirty="0">
                <a:latin typeface="Cambria" panose="02040503050406030204" pitchFamily="18" charset="0"/>
                <a:ea typeface="Cambria" panose="02040503050406030204" pitchFamily="18" charset="0"/>
              </a:rPr>
              <a:t> Automatic Scaling</a:t>
            </a:r>
          </a:p>
          <a:p>
            <a:r>
              <a:rPr lang="en-IN" sz="2400" dirty="0">
                <a:latin typeface="Cambria" panose="02040503050406030204" pitchFamily="18" charset="0"/>
                <a:ea typeface="Cambria" panose="02040503050406030204" pitchFamily="18" charset="0"/>
              </a:rPr>
              <a:t> Managed Database</a:t>
            </a:r>
          </a:p>
          <a:p>
            <a:r>
              <a:rPr lang="en-IN" sz="2400" dirty="0">
                <a:latin typeface="Cambria" panose="02040503050406030204" pitchFamily="18" charset="0"/>
                <a:ea typeface="Cambria" panose="02040503050406030204" pitchFamily="18" charset="0"/>
              </a:rPr>
              <a:t> Easy Deployment</a:t>
            </a:r>
          </a:p>
          <a:p>
            <a:endParaRPr lang="en-IN" dirty="0"/>
          </a:p>
        </p:txBody>
      </p:sp>
    </p:spTree>
    <p:extLst>
      <p:ext uri="{BB962C8B-B14F-4D97-AF65-F5344CB8AC3E}">
        <p14:creationId xmlns:p14="http://schemas.microsoft.com/office/powerpoint/2010/main" val="2604836843"/>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454D56-64E3-6EDC-B01C-4385BB34809B}"/>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06E5D665-B14C-2628-580C-4142CB2A1797}"/>
              </a:ext>
            </a:extLst>
          </p:cNvPr>
          <p:cNvSpPr>
            <a:spLocks noGrp="1"/>
          </p:cNvSpPr>
          <p:nvPr>
            <p:ph idx="1"/>
          </p:nvPr>
        </p:nvSpPr>
        <p:spPr>
          <a:xfrm>
            <a:off x="924444" y="1935921"/>
            <a:ext cx="10353762" cy="3695136"/>
          </a:xfrm>
        </p:spPr>
        <p:txBody>
          <a:bodyPr>
            <a:normAutofit lnSpcReduction="10000"/>
          </a:bodyPr>
          <a:lstStyle/>
          <a:p>
            <a:r>
              <a:rPr lang="en-IN" sz="2400" dirty="0">
                <a:latin typeface="Cambria" panose="02040503050406030204" pitchFamily="18" charset="0"/>
                <a:ea typeface="Cambria" panose="02040503050406030204" pitchFamily="18" charset="0"/>
              </a:rPr>
              <a:t>Successfully developed a cloud-based online examination portal. </a:t>
            </a:r>
          </a:p>
          <a:p>
            <a:r>
              <a:rPr lang="en-IN" sz="2400" dirty="0">
                <a:latin typeface="Cambria" panose="02040503050406030204" pitchFamily="18" charset="0"/>
                <a:ea typeface="Cambria" panose="02040503050406030204" pitchFamily="18" charset="0"/>
              </a:rPr>
              <a:t>Deployed using AWS services. </a:t>
            </a:r>
          </a:p>
          <a:p>
            <a:r>
              <a:rPr lang="en-IN" sz="2400" dirty="0">
                <a:latin typeface="Cambria" panose="02040503050406030204" pitchFamily="18" charset="0"/>
                <a:ea typeface="Cambria" panose="02040503050406030204" pitchFamily="18" charset="0"/>
              </a:rPr>
              <a:t>Secure, scalable, and highly available.</a:t>
            </a:r>
          </a:p>
          <a:p>
            <a:r>
              <a:rPr lang="en-IN" sz="2400" dirty="0">
                <a:latin typeface="Cambria" panose="02040503050406030204" pitchFamily="18" charset="0"/>
                <a:ea typeface="Cambria" panose="02040503050406030204" pitchFamily="18" charset="0"/>
              </a:rPr>
              <a:t> Supports multiple users efficiently.</a:t>
            </a:r>
          </a:p>
          <a:p>
            <a:endParaRPr lang="en-IN" sz="2400" dirty="0">
              <a:latin typeface="Cambria" panose="02040503050406030204" pitchFamily="18" charset="0"/>
              <a:ea typeface="Cambria" panose="02040503050406030204" pitchFamily="18" charset="0"/>
            </a:endParaRPr>
          </a:p>
          <a:p>
            <a:pPr marL="0" indent="0">
              <a:buNone/>
            </a:pPr>
            <a:r>
              <a:rPr lang="en-IN" sz="2400" b="1" dirty="0"/>
              <a:t>Live Website</a:t>
            </a:r>
          </a:p>
          <a:p>
            <a:pPr marL="0" indent="0">
              <a:buNone/>
            </a:pPr>
            <a:r>
              <a:rPr lang="en-IN" sz="2400" b="1" dirty="0">
                <a:hlinkClick r:id="rId2"/>
              </a:rPr>
              <a:t>https://yuvaexam.co.in</a:t>
            </a:r>
            <a:endParaRPr lang="en-IN" sz="2400" dirty="0"/>
          </a:p>
          <a:p>
            <a:endParaRPr lang="en-IN" sz="24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985563015"/>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C827291-0A21-5D76-0685-12930F738B99}"/>
              </a:ext>
            </a:extLst>
          </p:cNvPr>
          <p:cNvSpPr/>
          <p:nvPr/>
        </p:nvSpPr>
        <p:spPr>
          <a:xfrm>
            <a:off x="3804048" y="2689543"/>
            <a:ext cx="4329262" cy="1754326"/>
          </a:xfrm>
          <a:prstGeom prst="rect">
            <a:avLst/>
          </a:prstGeom>
          <a:noFill/>
        </p:spPr>
        <p:txBody>
          <a:bodyPr wrap="none" lIns="91440" tIns="45720" rIns="91440" bIns="45720">
            <a:spAutoFit/>
          </a:bodyPr>
          <a:lstStyle/>
          <a:p>
            <a:pPr algn="ctr"/>
            <a:r>
              <a:rPr lang="en-US" sz="5400" b="1" dirty="0">
                <a:ln w="12700" cmpd="sng">
                  <a:solidFill>
                    <a:schemeClr val="accent4"/>
                  </a:solidFill>
                  <a:prstDash val="solid"/>
                </a:ln>
                <a:solidFill>
                  <a:schemeClr val="accent4">
                    <a:lumMod val="20000"/>
                    <a:lumOff val="80000"/>
                  </a:schemeClr>
                </a:solidFill>
              </a:rPr>
              <a:t>THANK YOU</a:t>
            </a:r>
          </a:p>
          <a:p>
            <a:pPr algn="ctr"/>
            <a:endParaRPr lang="en-US" sz="5400" b="1" dirty="0">
              <a:ln w="12700" cmpd="sng">
                <a:solidFill>
                  <a:schemeClr val="accent4"/>
                </a:solidFill>
                <a:prstDash val="solid"/>
              </a:ln>
              <a:solidFill>
                <a:schemeClr val="accent4">
                  <a:lumMod val="20000"/>
                  <a:lumOff val="80000"/>
                </a:schemeClr>
              </a:solidFill>
            </a:endParaRPr>
          </a:p>
        </p:txBody>
      </p:sp>
    </p:spTree>
    <p:extLst>
      <p:ext uri="{BB962C8B-B14F-4D97-AF65-F5344CB8AC3E}">
        <p14:creationId xmlns:p14="http://schemas.microsoft.com/office/powerpoint/2010/main" val="383470168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Damask</Template>
  <TotalTime>523</TotalTime>
  <Words>311</Words>
  <Application>Microsoft Office PowerPoint</Application>
  <PresentationFormat>Widescreen</PresentationFormat>
  <Paragraphs>99</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Bookman Old Style</vt:lpstr>
      <vt:lpstr>Cambria</vt:lpstr>
      <vt:lpstr>Rockwell</vt:lpstr>
      <vt:lpstr>Damask</vt:lpstr>
      <vt:lpstr>Cloud-Based Three-Tier Web Application Deployment  for an Online Examination Portal Using AWS Services</vt:lpstr>
      <vt:lpstr>AGENDA</vt:lpstr>
      <vt:lpstr>Introduction</vt:lpstr>
      <vt:lpstr>Project Overview</vt:lpstr>
      <vt:lpstr>Objectives</vt:lpstr>
      <vt:lpstr>AWS Architecture</vt:lpstr>
      <vt:lpstr>AWS Services Used</vt:lpstr>
      <vt:lpstr>Implementation</vt:lpstr>
      <vt:lpstr>Project Workflow</vt:lpstr>
      <vt:lpstr>Advantages</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Yuvaraazz Pujari</dc:creator>
  <cp:lastModifiedBy>Yuvaraazz Pujari</cp:lastModifiedBy>
  <cp:revision>1</cp:revision>
  <dcterms:created xsi:type="dcterms:W3CDTF">2026-07-10T17:10:53Z</dcterms:created>
  <dcterms:modified xsi:type="dcterms:W3CDTF">2026-07-13T10:27:07Z</dcterms:modified>
</cp:coreProperties>
</file>